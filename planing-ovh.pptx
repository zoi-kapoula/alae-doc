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sldIdLst>
    <p:sldId id="265" r:id="rId5"/>
    <p:sldId id="266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50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222" y="6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tableStyles" Target="tableStyle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theme" Target="theme/theme1.xml"/><Relationship Id="rId5" Type="http://schemas.openxmlformats.org/officeDocument/2006/relationships/slide" Target="slides/slide1.xml"/><Relationship Id="rId10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9280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03690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77989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969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1743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4685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55112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3716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0488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1411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39787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109C0C-FC66-4590-BD55-29E450DD3C9E}" type="datetimeFigureOut">
              <a:rPr lang="en-US" smtClean="0"/>
              <a:t>1/14/2021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74636D-B704-4F8C-ADE4-5B0E195695B2}" type="slidenum">
              <a:rPr lang="en-US" smtClean="0"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7597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16" Type="http://schemas.openxmlformats.org/officeDocument/2006/relationships/tags" Target="../tags/tag16.xml"/><Relationship Id="rId29" Type="http://schemas.openxmlformats.org/officeDocument/2006/relationships/tags" Target="../tags/tag29.xml"/><Relationship Id="rId11" Type="http://schemas.openxmlformats.org/officeDocument/2006/relationships/tags" Target="../tags/tag11.xml"/><Relationship Id="rId24" Type="http://schemas.openxmlformats.org/officeDocument/2006/relationships/tags" Target="../tags/tag24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66" Type="http://schemas.openxmlformats.org/officeDocument/2006/relationships/tags" Target="../tags/tag66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87" Type="http://schemas.openxmlformats.org/officeDocument/2006/relationships/tags" Target="../tags/tag87.xml"/><Relationship Id="rId102" Type="http://schemas.openxmlformats.org/officeDocument/2006/relationships/tags" Target="../tags/tag102.xml"/><Relationship Id="rId5" Type="http://schemas.openxmlformats.org/officeDocument/2006/relationships/tags" Target="../tags/tag5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9" Type="http://schemas.openxmlformats.org/officeDocument/2006/relationships/tags" Target="../tags/tag19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slideLayout" Target="../slideLayouts/slideLayout2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9">
            <a:extLst>
              <a:ext uri="{FF2B5EF4-FFF2-40B4-BE49-F238E27FC236}">
                <a16:creationId xmlns:a16="http://schemas.microsoft.com/office/drawing/2014/main" xmlns="" id="{9BBE7F87-2EAF-41B5-A210-E78C289B85BB}"/>
              </a:ext>
            </a:extLst>
          </p:cNvPr>
          <p:cNvSpPr txBox="1">
            <a:spLocks/>
          </p:cNvSpPr>
          <p:nvPr/>
        </p:nvSpPr>
        <p:spPr>
          <a:xfrm>
            <a:off x="845241" y="10472"/>
            <a:ext cx="10515600" cy="1043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201F1E"/>
                </a:solidFill>
                <a:effectLst/>
                <a:ea typeface="Times New Roman" panose="02020603050405020304" pitchFamily="18" charset="0"/>
              </a:rPr>
              <a:t>Aideal</a:t>
            </a:r>
            <a:r>
              <a:rPr lang="en-US" sz="6000" b="1" dirty="0">
                <a:solidFill>
                  <a:srgbClr val="201F1E"/>
                </a:solidFill>
                <a:effectLst/>
                <a:ea typeface="Times New Roman" panose="02020603050405020304" pitchFamily="18" charset="0"/>
              </a:rPr>
              <a:t> </a:t>
            </a:r>
            <a:endParaRPr lang="en-US" b="1" dirty="0"/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xmlns="" id="{35A7FCAE-1997-4C99-878D-2BE12D18F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4658278"/>
              </p:ext>
            </p:extLst>
          </p:nvPr>
        </p:nvGraphicFramePr>
        <p:xfrm>
          <a:off x="469833" y="1238844"/>
          <a:ext cx="11109960" cy="49345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xmlns="" val="6892453"/>
                    </a:ext>
                  </a:extLst>
                </a:gridCol>
                <a:gridCol w="8732520">
                  <a:extLst>
                    <a:ext uri="{9D8B030D-6E8A-4147-A177-3AD203B41FA5}">
                      <a16:colId xmlns:a16="http://schemas.microsoft.com/office/drawing/2014/main" xmlns="" val="2463371112"/>
                    </a:ext>
                  </a:extLst>
                </a:gridCol>
              </a:tblGrid>
              <a:tr h="403080"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  <a:p>
                      <a:pPr algn="ctr"/>
                      <a:r>
                        <a:rPr lang="fr-FR" noProof="0" dirty="0"/>
                        <a:t>Objective</a:t>
                      </a:r>
                    </a:p>
                    <a:p>
                      <a:pPr algn="ctr"/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Diffusion le  logiciel d'analyse via Internet sous forme d'une SaaS (Software as a service)</a:t>
                      </a:r>
                      <a:endParaRPr lang="fr-FR" noProof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7613159"/>
                  </a:ext>
                </a:extLst>
              </a:tr>
              <a:tr h="453548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Permettre au client abonné d’analyser leurs données </a:t>
                      </a:r>
                      <a:r>
                        <a:rPr lang="fr-FR" sz="1800" b="0" i="0" kern="1200" noProof="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acquis</a:t>
                      </a:r>
                      <a:r>
                        <a:rPr lang="fr-FR" noProof="0" dirty="0"/>
                        <a:t> avec le programme ORASIS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avec le logiciel d’analyse Aideal.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3896462"/>
                  </a:ext>
                </a:extLst>
              </a:tr>
              <a:tr h="950632">
                <a:tc>
                  <a:txBody>
                    <a:bodyPr/>
                    <a:lstStyle/>
                    <a:p>
                      <a:pPr algn="ctr"/>
                      <a:endParaRPr lang="fr-FR" sz="1800" b="0" i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Contraintes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/>
                        <a:t>- Chaque exécution nécessite 512mb de RAM et 1vCPU pendant 3-4 minutes.</a:t>
                      </a:r>
                    </a:p>
                    <a:p>
                      <a:r>
                        <a:rPr lang="fr-FR" noProof="0" dirty="0"/>
                        <a:t>- L'accès au clients non abonnés doit être refusé.</a:t>
                      </a:r>
                    </a:p>
                    <a:p>
                      <a:r>
                        <a:rPr lang="fr-FR" noProof="0" dirty="0"/>
                        <a:t>- Être en mesure de traiter plusieurs requête simultanément.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1082968"/>
                  </a:ext>
                </a:extLst>
              </a:tr>
              <a:tr h="537236">
                <a:tc>
                  <a:txBody>
                    <a:bodyPr/>
                    <a:lstStyle/>
                    <a:p>
                      <a:pPr algn="ctr"/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Utilisation d’un cluster « Kubernetes k8s » pour le déploiement du service Aideal.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Authentification via une API française (ou Européen) compatible avec « OpenID Connect ».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05854416"/>
                  </a:ext>
                </a:extLst>
              </a:tr>
              <a:tr h="1789340"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  <a:p>
                      <a:pPr algn="ctr"/>
                      <a:endParaRPr lang="fr-FR" noProof="0" dirty="0"/>
                    </a:p>
                    <a:p>
                      <a:pPr algn="ctr"/>
                      <a:r>
                        <a:rPr lang="fr-FR" noProof="0" dirty="0"/>
                        <a:t>Ressources</a:t>
                      </a:r>
                    </a:p>
                    <a:p>
                      <a:pPr algn="ctr"/>
                      <a:r>
                        <a:rPr lang="fr-FR" noProof="0" dirty="0"/>
                        <a:t>requis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/>
                        <a:t>- Un abonnement mensuelle à 32 € d’une instance « </a:t>
                      </a:r>
                      <a:r>
                        <a:rPr lang="fr-FR" noProof="0" dirty="0" err="1"/>
                        <a:t>Compute</a:t>
                      </a:r>
                      <a:r>
                        <a:rPr lang="fr-FR" noProof="0" dirty="0"/>
                        <a:t> c2-7 » 7Go de RAM et 2vCPU</a:t>
                      </a:r>
                    </a:p>
                    <a:p>
                      <a:r>
                        <a:rPr lang="fr-FR" noProof="0" dirty="0"/>
                        <a:t>cadencés à 3Ghz .</a:t>
                      </a:r>
                    </a:p>
                    <a:p>
                      <a:r>
                        <a:rPr lang="fr-FR" noProof="0" dirty="0"/>
                        <a:t>- Des abonnement par heure à 0,06 € d’instance «  </a:t>
                      </a:r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b2-7 </a:t>
                      </a:r>
                      <a:r>
                        <a:rPr lang="fr-FR" noProof="0" dirty="0"/>
                        <a:t>» 7Go de RAM et 2vCPU.</a:t>
                      </a:r>
                    </a:p>
                    <a:p>
                      <a:r>
                        <a:rPr lang="fr-FR" noProof="0" dirty="0"/>
                        <a:t>cadencés à 2Ghz en fonction de la fréquence d’utilisation du service.</a:t>
                      </a:r>
                    </a:p>
                    <a:p>
                      <a:r>
                        <a:rPr lang="fr-FR" noProof="0" dirty="0"/>
                        <a:t>- Un abonnement mensuelle à 16 € du service « </a:t>
                      </a:r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Managed Private Registry ».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666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310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19">
            <a:extLst>
              <a:ext uri="{FF2B5EF4-FFF2-40B4-BE49-F238E27FC236}">
                <a16:creationId xmlns:a16="http://schemas.microsoft.com/office/drawing/2014/main" xmlns="" id="{9BBE7F87-2EAF-41B5-A210-E78C289B85BB}"/>
              </a:ext>
            </a:extLst>
          </p:cNvPr>
          <p:cNvSpPr txBox="1">
            <a:spLocks/>
          </p:cNvSpPr>
          <p:nvPr/>
        </p:nvSpPr>
        <p:spPr>
          <a:xfrm>
            <a:off x="845241" y="10472"/>
            <a:ext cx="10515600" cy="10438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b="1" dirty="0">
                <a:solidFill>
                  <a:srgbClr val="201F1E"/>
                </a:solidFill>
                <a:ea typeface="Times New Roman" panose="02020603050405020304" pitchFamily="18" charset="0"/>
              </a:rPr>
              <a:t>Acquisition des données</a:t>
            </a:r>
            <a:r>
              <a:rPr lang="fr-FR" sz="6000" b="1" dirty="0">
                <a:solidFill>
                  <a:srgbClr val="201F1E"/>
                </a:solidFill>
                <a:effectLst/>
                <a:ea typeface="Times New Roman" panose="02020603050405020304" pitchFamily="18" charset="0"/>
              </a:rPr>
              <a:t> </a:t>
            </a:r>
            <a:endParaRPr lang="fr-FR" b="1" dirty="0"/>
          </a:p>
        </p:txBody>
      </p:sp>
      <p:graphicFrame>
        <p:nvGraphicFramePr>
          <p:cNvPr id="2" name="Tableau 2">
            <a:extLst>
              <a:ext uri="{FF2B5EF4-FFF2-40B4-BE49-F238E27FC236}">
                <a16:creationId xmlns:a16="http://schemas.microsoft.com/office/drawing/2014/main" xmlns="" id="{35A7FCAE-1997-4C99-878D-2BE12D18F56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7586640"/>
              </p:ext>
            </p:extLst>
          </p:nvPr>
        </p:nvGraphicFramePr>
        <p:xfrm>
          <a:off x="541020" y="1054360"/>
          <a:ext cx="1110996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13422">
                  <a:extLst>
                    <a:ext uri="{9D8B030D-6E8A-4147-A177-3AD203B41FA5}">
                      <a16:colId xmlns:a16="http://schemas.microsoft.com/office/drawing/2014/main" xmlns="" val="6892453"/>
                    </a:ext>
                  </a:extLst>
                </a:gridCol>
                <a:gridCol w="9196538">
                  <a:extLst>
                    <a:ext uri="{9D8B030D-6E8A-4147-A177-3AD203B41FA5}">
                      <a16:colId xmlns:a16="http://schemas.microsoft.com/office/drawing/2014/main" xmlns="" val="2463371112"/>
                    </a:ext>
                  </a:extLst>
                </a:gridCol>
              </a:tblGrid>
              <a:tr h="392703">
                <a:tc>
                  <a:txBody>
                    <a:bodyPr/>
                    <a:lstStyle/>
                    <a:p>
                      <a:pPr algn="ctr"/>
                      <a:endParaRPr lang="fr-FR" noProof="0" dirty="0"/>
                    </a:p>
                    <a:p>
                      <a:pPr algn="ctr"/>
                      <a:r>
                        <a:rPr lang="fr-FR" noProof="0" dirty="0"/>
                        <a:t>Objective</a:t>
                      </a:r>
                    </a:p>
                    <a:p>
                      <a:pPr algn="ctr"/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fr-FR" sz="1800" b="1" i="0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sz="18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Construire une banque de données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3917613159"/>
                  </a:ext>
                </a:extLst>
              </a:tr>
              <a:tr h="157081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Description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Stocker les fichiers généré par le programme ORASIS, les fiches médicaux, et les rapports généré par le logiciel d’analyse Aideal.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643896462"/>
                  </a:ext>
                </a:extLst>
              </a:tr>
              <a:tr h="274892">
                <a:tc>
                  <a:txBody>
                    <a:bodyPr/>
                    <a:lstStyle/>
                    <a:p>
                      <a:pPr algn="ctr"/>
                      <a:endParaRPr lang="fr-FR" sz="1800" b="0" i="0" kern="1200" noProof="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0" i="0" kern="1200" noProof="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Contraintes</a:t>
                      </a:r>
                      <a:endParaRPr lang="fr-FR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noProof="0" dirty="0"/>
                        <a:t>- Les droits de lecture (Download) est réservé seulement aux personnelle l’entreprise.</a:t>
                      </a:r>
                    </a:p>
                    <a:p>
                      <a:pPr marL="0" indent="0">
                        <a:buFontTx/>
                        <a:buNone/>
                      </a:pPr>
                      <a:r>
                        <a:rPr lang="fr-FR" noProof="0" dirty="0"/>
                        <a:t>- Les droits d’écriture (</a:t>
                      </a:r>
                      <a:r>
                        <a:rPr lang="fr-FR" noProof="0" dirty="0" err="1"/>
                        <a:t>Upload</a:t>
                      </a:r>
                      <a:r>
                        <a:rPr lang="fr-FR" noProof="0" dirty="0"/>
                        <a:t>) doit être contrôlé et régularisé. 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Tolérance aux pannes.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Pouvoir faire face à l’incident de perte de données.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71082968"/>
                  </a:ext>
                </a:extLst>
              </a:tr>
              <a:tr h="392703">
                <a:tc>
                  <a:txBody>
                    <a:bodyPr/>
                    <a:lstStyle/>
                    <a:p>
                      <a:pPr algn="ctr"/>
                      <a:endParaRPr lang="fr-FR" sz="1800" b="0" i="0" kern="1200" noProof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pPr algn="ctr"/>
                      <a:r>
                        <a:rPr lang="fr-FR" sz="1800" b="0" i="0" kern="1200" noProof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Solution</a:t>
                      </a:r>
                      <a:endParaRPr lang="fr-FR" noProof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Utilisation d’une espace de stockage de type «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Storage</a:t>
                      </a:r>
                      <a:r>
                        <a:rPr lang="fr-FR" noProof="0" dirty="0"/>
                        <a:t>» (répliqué x3).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Les données seront crypté avant d’être stocké.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Un système de backup sera mis en place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Accès à l’espace de stockage via l’API «</a:t>
                      </a:r>
                      <a:r>
                        <a:rPr lang="fr-FR" noProof="0" dirty="0" err="1"/>
                        <a:t>OpenStack</a:t>
                      </a:r>
                      <a:r>
                        <a:rPr lang="fr-FR" noProof="0" dirty="0"/>
                        <a:t> Swift».</a:t>
                      </a: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 Authentification via une API française (ou Européen) compatible avec « OpenID Connect ».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905854416"/>
                  </a:ext>
                </a:extLst>
              </a:tr>
              <a:tr h="479482">
                <a:tc>
                  <a:txBody>
                    <a:bodyPr/>
                    <a:lstStyle/>
                    <a:p>
                      <a:pPr algn="ctr"/>
                      <a:r>
                        <a:rPr lang="fr-FR" noProof="0" dirty="0"/>
                        <a:t>Ressources</a:t>
                      </a:r>
                    </a:p>
                    <a:p>
                      <a:pPr algn="ctr"/>
                      <a:r>
                        <a:rPr lang="fr-FR" noProof="0" dirty="0"/>
                        <a:t>Requis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fr-FR" noProof="0" dirty="0"/>
                        <a:t>-Un abonnement mensuelle à 0,01 €/Go du service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Object Storage. (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US" sz="18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sortant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0,01 €/Go)</a:t>
                      </a:r>
                      <a:b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fr-FR" noProof="0" dirty="0"/>
                        <a:t>-Un abonnement mensuelle à 0,01 €/Go du service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Instance Backup.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136666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32412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OTLSHAPE_SL_b494066f3b51443792ad7e945bb2e0bb_BackgroundRectangle">
            <a:extLst>
              <a:ext uri="{FF2B5EF4-FFF2-40B4-BE49-F238E27FC236}">
                <a16:creationId xmlns:a16="http://schemas.microsoft.com/office/drawing/2014/main" xmlns="" id="{791FDA00-A14D-4ECB-874F-4E383041A014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89364" y="5569236"/>
            <a:ext cx="11150600" cy="634177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TLSHAPE_SL_52b9b4099485496eb572fb859922f03e_BackgroundRectangle">
            <a:extLst>
              <a:ext uri="{FF2B5EF4-FFF2-40B4-BE49-F238E27FC236}">
                <a16:creationId xmlns:a16="http://schemas.microsoft.com/office/drawing/2014/main" xmlns="" id="{9265A842-B61F-4DEF-85C8-5540379797E2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28159" y="3124798"/>
            <a:ext cx="11150600" cy="690235"/>
          </a:xfrm>
          <a:prstGeom prst="rect">
            <a:avLst/>
          </a:prstGeom>
          <a:solidFill>
            <a:schemeClr val="accent5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TLSHAPE_SL_b494066f3b51443792ad7e945bb2e0bb_BackgroundRectangle">
            <a:extLst>
              <a:ext uri="{FF2B5EF4-FFF2-40B4-BE49-F238E27FC236}">
                <a16:creationId xmlns:a16="http://schemas.microsoft.com/office/drawing/2014/main" xmlns="" id="{DF443A58-F6DB-451A-AE0A-5A3E1390A90B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112156" y="3889888"/>
            <a:ext cx="11150600" cy="1599508"/>
          </a:xfrm>
          <a:prstGeom prst="rect">
            <a:avLst/>
          </a:prstGeom>
          <a:solidFill>
            <a:schemeClr val="accent6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OTLSHAPE_SL_4c5d8f56506745aa88aaf5ae4023549b_BackgroundRectangle">
            <a:extLst>
              <a:ext uri="{FF2B5EF4-FFF2-40B4-BE49-F238E27FC236}">
                <a16:creationId xmlns:a16="http://schemas.microsoft.com/office/drawing/2014/main" xmlns="" id="{FD7697CE-F3A6-4F1B-B8AE-73DC97192D1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89364" y="2723061"/>
            <a:ext cx="11150600" cy="330200"/>
          </a:xfrm>
          <a:prstGeom prst="rect">
            <a:avLst/>
          </a:prstGeom>
          <a:solidFill>
            <a:schemeClr val="accent4">
              <a:alpha val="1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OTLSHAPE_TB_00000000000000000000000000000000_LeftEndCaps" hidden="1">
            <a:extLst>
              <a:ext uri="{FF2B5EF4-FFF2-40B4-BE49-F238E27FC236}">
                <a16:creationId xmlns:a16="http://schemas.microsoft.com/office/drawing/2014/main" xmlns="" id="{52036DB2-E4A2-431A-97CD-747A9A002A1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317499" y="2897442"/>
            <a:ext cx="1143000" cy="68211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ro-RO" sz="4400" b="1" spc="-90">
                <a:solidFill>
                  <a:schemeClr val="accent2"/>
                </a:solidFill>
                <a:latin typeface="Calibri" panose="020F0502020204030204" pitchFamily="34" charset="0"/>
              </a:rPr>
              <a:t>2020</a:t>
            </a:r>
            <a:endParaRPr lang="ro-RO" sz="4400" b="1" spc="-90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3" name="OTLSHAPE_TB_00000000000000000000000000000000_RightEndCaps">
            <a:extLst>
              <a:ext uri="{FF2B5EF4-FFF2-40B4-BE49-F238E27FC236}">
                <a16:creationId xmlns:a16="http://schemas.microsoft.com/office/drawing/2014/main" xmlns="" id="{E7AA0ACB-181C-49C4-91AB-9AB8F61BA20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1408726" y="1759245"/>
            <a:ext cx="497829" cy="307777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ro-RO" sz="2000" b="1" spc="-42">
                <a:solidFill>
                  <a:schemeClr val="accent2"/>
                </a:solidFill>
                <a:latin typeface="Calibri" panose="020F0502020204030204" pitchFamily="34" charset="0"/>
              </a:rPr>
              <a:t>202</a:t>
            </a:r>
            <a:r>
              <a:rPr lang="fr-FR" sz="2000" b="1" spc="-42" dirty="0">
                <a:solidFill>
                  <a:schemeClr val="accent2"/>
                </a:solidFill>
                <a:latin typeface="Calibri" panose="020F0502020204030204" pitchFamily="34" charset="0"/>
              </a:rPr>
              <a:t>1</a:t>
            </a:r>
            <a:endParaRPr lang="ro-RO" sz="2000" b="1" spc="-42" dirty="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833" name="OTLSHAPE_TB_00000000000000000000000000000000_ScaleContainer">
            <a:extLst>
              <a:ext uri="{FF2B5EF4-FFF2-40B4-BE49-F238E27FC236}">
                <a16:creationId xmlns:a16="http://schemas.microsoft.com/office/drawing/2014/main" xmlns="" id="{AD4D0D2C-05FD-4B65-B8BC-8477E1907506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651396" y="1722634"/>
            <a:ext cx="9613900" cy="381000"/>
          </a:xfrm>
          <a:prstGeom prst="rect">
            <a:avLst/>
          </a:prstGeom>
          <a:gradFill flip="none" rotWithShape="1">
            <a:gsLst>
              <a:gs pos="0">
                <a:srgbClr val="5E5E5E"/>
              </a:gs>
              <a:gs pos="100000">
                <a:srgbClr val="5E5E5E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TLSHAPE_SL_52b9b4099485496eb572fb859922f03e_HeaderRectangle">
            <a:extLst>
              <a:ext uri="{FF2B5EF4-FFF2-40B4-BE49-F238E27FC236}">
                <a16:creationId xmlns:a16="http://schemas.microsoft.com/office/drawing/2014/main" xmlns="" id="{4772D10F-16AD-43A5-977D-D03021FD1D0B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28159" y="3124798"/>
            <a:ext cx="1422400" cy="670207"/>
          </a:xfrm>
          <a:prstGeom prst="rect">
            <a:avLst/>
          </a:prstGeom>
          <a:solidFill>
            <a:schemeClr val="accent5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TLSHAPE_SL_b494066f3b51443792ad7e945bb2e0bb_HeaderRectangle">
            <a:extLst>
              <a:ext uri="{FF2B5EF4-FFF2-40B4-BE49-F238E27FC236}">
                <a16:creationId xmlns:a16="http://schemas.microsoft.com/office/drawing/2014/main" xmlns="" id="{F8767BD8-D016-40D1-B3E9-3CBC4744B8D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12156" y="3889889"/>
            <a:ext cx="1422400" cy="1599507"/>
          </a:xfrm>
          <a:prstGeom prst="rect">
            <a:avLst/>
          </a:prstGeom>
          <a:solidFill>
            <a:schemeClr val="accent6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OTLSHAPE_SL_4c5d8f56506745aa88aaf5ae4023549b_HeaderRectangle">
            <a:extLst>
              <a:ext uri="{FF2B5EF4-FFF2-40B4-BE49-F238E27FC236}">
                <a16:creationId xmlns:a16="http://schemas.microsoft.com/office/drawing/2014/main" xmlns="" id="{5E10B291-7E8E-47E2-8398-B99F5603E4A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28159" y="2741922"/>
            <a:ext cx="1422400" cy="330200"/>
          </a:xfrm>
          <a:prstGeom prst="rect">
            <a:avLst/>
          </a:prstGeom>
          <a:solidFill>
            <a:schemeClr val="accent4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3" name="OTLSHAPE_G_00000000000000000000000000000000_ShapeBelow0">
            <a:extLst>
              <a:ext uri="{FF2B5EF4-FFF2-40B4-BE49-F238E27FC236}">
                <a16:creationId xmlns:a16="http://schemas.microsoft.com/office/drawing/2014/main" xmlns="" id="{48F968F2-DEB6-4AA1-8A4E-3801DC43F075}"/>
              </a:ext>
            </a:extLst>
          </p:cNvPr>
          <p:cNvCxnSpPr/>
          <p:nvPr>
            <p:custDataLst>
              <p:tags r:id="rId12"/>
            </p:custDataLst>
          </p:nvPr>
        </p:nvCxnSpPr>
        <p:spPr>
          <a:xfrm>
            <a:off x="2718553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OTLSHAPE_G_00000000000000000000000000000000_ShapeBelow1">
            <a:extLst>
              <a:ext uri="{FF2B5EF4-FFF2-40B4-BE49-F238E27FC236}">
                <a16:creationId xmlns:a16="http://schemas.microsoft.com/office/drawing/2014/main" xmlns="" id="{9C4EEFEF-D90C-486B-9CF9-A0B65F060D52}"/>
              </a:ext>
            </a:extLst>
          </p:cNvPr>
          <p:cNvCxnSpPr/>
          <p:nvPr>
            <p:custDataLst>
              <p:tags r:id="rId13"/>
            </p:custDataLst>
          </p:nvPr>
        </p:nvCxnSpPr>
        <p:spPr>
          <a:xfrm>
            <a:off x="3785710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OTLSHAPE_G_00000000000000000000000000000000_ShapeBelow2">
            <a:extLst>
              <a:ext uri="{FF2B5EF4-FFF2-40B4-BE49-F238E27FC236}">
                <a16:creationId xmlns:a16="http://schemas.microsoft.com/office/drawing/2014/main" xmlns="" id="{18E1C90F-92DE-4532-97A5-5FEFD7D10CC3}"/>
              </a:ext>
            </a:extLst>
          </p:cNvPr>
          <p:cNvCxnSpPr/>
          <p:nvPr>
            <p:custDataLst>
              <p:tags r:id="rId14"/>
            </p:custDataLst>
          </p:nvPr>
        </p:nvCxnSpPr>
        <p:spPr>
          <a:xfrm>
            <a:off x="4852868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OTLSHAPE_G_00000000000000000000000000000000_ShapeBelow3">
            <a:extLst>
              <a:ext uri="{FF2B5EF4-FFF2-40B4-BE49-F238E27FC236}">
                <a16:creationId xmlns:a16="http://schemas.microsoft.com/office/drawing/2014/main" xmlns="" id="{3FAE4DFA-A394-400F-BEAA-8DB86F377833}"/>
              </a:ext>
            </a:extLst>
          </p:cNvPr>
          <p:cNvCxnSpPr/>
          <p:nvPr>
            <p:custDataLst>
              <p:tags r:id="rId15"/>
            </p:custDataLst>
          </p:nvPr>
        </p:nvCxnSpPr>
        <p:spPr>
          <a:xfrm>
            <a:off x="5920026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OTLSHAPE_G_00000000000000000000000000000000_ShapeBelow4">
            <a:extLst>
              <a:ext uri="{FF2B5EF4-FFF2-40B4-BE49-F238E27FC236}">
                <a16:creationId xmlns:a16="http://schemas.microsoft.com/office/drawing/2014/main" xmlns="" id="{C18FD9CD-AA10-4AB6-8654-0B0480C43CA9}"/>
              </a:ext>
            </a:extLst>
          </p:cNvPr>
          <p:cNvCxnSpPr/>
          <p:nvPr>
            <p:custDataLst>
              <p:tags r:id="rId16"/>
            </p:custDataLst>
          </p:nvPr>
        </p:nvCxnSpPr>
        <p:spPr>
          <a:xfrm>
            <a:off x="6987183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OTLSHAPE_G_00000000000000000000000000000000_ShapeBelow5">
            <a:extLst>
              <a:ext uri="{FF2B5EF4-FFF2-40B4-BE49-F238E27FC236}">
                <a16:creationId xmlns:a16="http://schemas.microsoft.com/office/drawing/2014/main" xmlns="" id="{B2E861D3-3633-49FB-B286-EC0ACDD370F1}"/>
              </a:ext>
            </a:extLst>
          </p:cNvPr>
          <p:cNvCxnSpPr/>
          <p:nvPr>
            <p:custDataLst>
              <p:tags r:id="rId17"/>
            </p:custDataLst>
          </p:nvPr>
        </p:nvCxnSpPr>
        <p:spPr>
          <a:xfrm>
            <a:off x="8054340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OTLSHAPE_G_00000000000000000000000000000000_ShapeBelow6">
            <a:extLst>
              <a:ext uri="{FF2B5EF4-FFF2-40B4-BE49-F238E27FC236}">
                <a16:creationId xmlns:a16="http://schemas.microsoft.com/office/drawing/2014/main" xmlns="" id="{D81D8F5A-67B0-44B1-85A2-C91F50361814}"/>
              </a:ext>
            </a:extLst>
          </p:cNvPr>
          <p:cNvCxnSpPr/>
          <p:nvPr>
            <p:custDataLst>
              <p:tags r:id="rId18"/>
            </p:custDataLst>
          </p:nvPr>
        </p:nvCxnSpPr>
        <p:spPr>
          <a:xfrm>
            <a:off x="9121498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OTLSHAPE_G_00000000000000000000000000000000_ShapeBelow7">
            <a:extLst>
              <a:ext uri="{FF2B5EF4-FFF2-40B4-BE49-F238E27FC236}">
                <a16:creationId xmlns:a16="http://schemas.microsoft.com/office/drawing/2014/main" xmlns="" id="{994A7211-12B0-4BAD-9545-39282FD35C2F}"/>
              </a:ext>
            </a:extLst>
          </p:cNvPr>
          <p:cNvCxnSpPr/>
          <p:nvPr>
            <p:custDataLst>
              <p:tags r:id="rId19"/>
            </p:custDataLst>
          </p:nvPr>
        </p:nvCxnSpPr>
        <p:spPr>
          <a:xfrm>
            <a:off x="10188656" y="2103634"/>
            <a:ext cx="0" cy="2487380"/>
          </a:xfrm>
          <a:prstGeom prst="line">
            <a:avLst/>
          </a:prstGeom>
          <a:ln w="9525" cap="flat" cmpd="sng" algn="ctr">
            <a:solidFill>
              <a:schemeClr val="accent1">
                <a:alpha val="14902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OTLSHAPE_SLT_d041283d8f3c4122b11f3269142dbb8d_Shape">
            <a:extLst>
              <a:ext uri="{FF2B5EF4-FFF2-40B4-BE49-F238E27FC236}">
                <a16:creationId xmlns:a16="http://schemas.microsoft.com/office/drawing/2014/main" xmlns="" id="{11D45A10-5BF2-4A85-809C-52DEDDC76FAD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2873526" y="3401812"/>
            <a:ext cx="1302047" cy="210970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172" name="OTLSHAPE_SLT_bf5ec3bb92844330b37b9e6940186a3e_Shape">
            <a:extLst>
              <a:ext uri="{FF2B5EF4-FFF2-40B4-BE49-F238E27FC236}">
                <a16:creationId xmlns:a16="http://schemas.microsoft.com/office/drawing/2014/main" xmlns="" id="{9E18176B-AF85-445C-9711-367D6DBB93A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904706" y="3402354"/>
            <a:ext cx="428676" cy="184666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834" name="OTLSHAPE_TB_00000000000000000000000000000000_ElapsedTime">
            <a:extLst>
              <a:ext uri="{FF2B5EF4-FFF2-40B4-BE49-F238E27FC236}">
                <a16:creationId xmlns:a16="http://schemas.microsoft.com/office/drawing/2014/main" xmlns="" id="{523D70C7-0E37-4C10-82F2-12C84F6A7561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651396" y="2027434"/>
            <a:ext cx="9271000" cy="76200"/>
          </a:xfrm>
          <a:prstGeom prst="rect">
            <a:avLst/>
          </a:prstGeom>
          <a:solidFill>
            <a:srgbClr val="FF0000">
              <a:alpha val="74902"/>
            </a:srgbClr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w="12700" h="139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OTLSHAPE_SLT_252e96058a3546e0b06f0e93390d2b22_ShapePercentage" hidden="1">
            <a:extLst>
              <a:ext uri="{FF2B5EF4-FFF2-40B4-BE49-F238E27FC236}">
                <a16:creationId xmlns:a16="http://schemas.microsoft.com/office/drawing/2014/main" xmlns="" id="{D8E88CA9-B7B8-42E6-B122-7D5598C03683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136319" y="437705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0" name="OTLSHAPE_SLT_d041283d8f3c4122b11f3269142dbb8d_ShapePercentage" hidden="1">
            <a:extLst>
              <a:ext uri="{FF2B5EF4-FFF2-40B4-BE49-F238E27FC236}">
                <a16:creationId xmlns:a16="http://schemas.microsoft.com/office/drawing/2014/main" xmlns="" id="{F3CDD63C-0447-40D0-A3A0-55624158D10F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508378" y="464375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3" name="OTLSHAPE_SLT_bf5ec3bb92844330b37b9e6940186a3e_ShapePercentage" hidden="1">
            <a:extLst>
              <a:ext uri="{FF2B5EF4-FFF2-40B4-BE49-F238E27FC236}">
                <a16:creationId xmlns:a16="http://schemas.microsoft.com/office/drawing/2014/main" xmlns="" id="{25293443-B3B7-4E6A-BD98-BE6DAA140FE4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508378" y="4910455"/>
            <a:ext cx="0" cy="0"/>
          </a:xfrm>
          <a:prstGeom prst="roundRect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92" name="OTLSHAPE_SLT_966516fbb7fe42e78d38d95e46a17583_ShapePercentage" hidden="1">
            <a:extLst>
              <a:ext uri="{FF2B5EF4-FFF2-40B4-BE49-F238E27FC236}">
                <a16:creationId xmlns:a16="http://schemas.microsoft.com/office/drawing/2014/main" xmlns="" id="{708B24C4-CE7E-4F3C-9EC7-FC84A8C7107D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424063" y="5675080"/>
            <a:ext cx="0" cy="0"/>
          </a:xfrm>
          <a:prstGeom prst="homePlate">
            <a:avLst/>
          </a:prstGeom>
          <a:solidFill>
            <a:schemeClr val="dk1">
              <a:alpha val="34902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08" name="OTLSHAPE_SLM_c0879fc783884e34854bcc3a792e074d_Shape">
            <a:extLst>
              <a:ext uri="{FF2B5EF4-FFF2-40B4-BE49-F238E27FC236}">
                <a16:creationId xmlns:a16="http://schemas.microsoft.com/office/drawing/2014/main" xmlns="" id="{16F7074C-8DBD-4C11-810C-AA61BE70DA44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4487047" y="2761161"/>
            <a:ext cx="228600" cy="254000"/>
          </a:xfrm>
          <a:prstGeom prst="diamond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1" name="OTLSHAPE_SLM_93c6d54afd77453d87a3bd6294db7ec9_Shape">
            <a:extLst>
              <a:ext uri="{FF2B5EF4-FFF2-40B4-BE49-F238E27FC236}">
                <a16:creationId xmlns:a16="http://schemas.microsoft.com/office/drawing/2014/main" xmlns="" id="{10FB5912-A672-4AA9-A34E-DB772469BC3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7231167" y="2761161"/>
            <a:ext cx="228600" cy="254000"/>
          </a:xfrm>
          <a:prstGeom prst="diamond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3" name="OTLSHAPE_SLM_a4ff190600bf4db8b017c3df1cfd4ab6_Shape">
            <a:extLst>
              <a:ext uri="{FF2B5EF4-FFF2-40B4-BE49-F238E27FC236}">
                <a16:creationId xmlns:a16="http://schemas.microsoft.com/office/drawing/2014/main" xmlns="" id="{D1446928-CFDD-4F97-9805-FD00DE9C4DA7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9670384" y="2761161"/>
            <a:ext cx="228600" cy="254000"/>
          </a:xfrm>
          <a:prstGeom prst="diamond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TLSHAPE_SL_52b9b4099485496eb572fb859922f03e_Header">
            <a:extLst>
              <a:ext uri="{FF2B5EF4-FFF2-40B4-BE49-F238E27FC236}">
                <a16:creationId xmlns:a16="http://schemas.microsoft.com/office/drawing/2014/main" xmlns="" id="{C6DCB466-E46B-42E3-A9F3-7FF3E0288E53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112156" y="3326962"/>
            <a:ext cx="1422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161C23"/>
                </a:solidFill>
                <a:latin typeface="Calibri" panose="020F0502020204030204" pitchFamily="34" charset="0"/>
              </a:rPr>
              <a:t>formations</a:t>
            </a:r>
          </a:p>
        </p:txBody>
      </p:sp>
      <p:sp>
        <p:nvSpPr>
          <p:cNvPr id="18" name="OTLSHAPE_SL_b494066f3b51443792ad7e945bb2e0bb_Header">
            <a:extLst>
              <a:ext uri="{FF2B5EF4-FFF2-40B4-BE49-F238E27FC236}">
                <a16:creationId xmlns:a16="http://schemas.microsoft.com/office/drawing/2014/main" xmlns="" id="{3BC9F738-67C6-48B6-9768-4394C3D7F40C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12156" y="4147424"/>
            <a:ext cx="1422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endParaRPr lang="en-US" sz="1200" b="1" dirty="0">
              <a:solidFill>
                <a:schemeClr val="dk1"/>
              </a:solidFill>
              <a:latin typeface="Calibri" panose="020F0502020204030204" pitchFamily="34" charset="0"/>
            </a:endParaRPr>
          </a:p>
          <a:p>
            <a:pPr algn="ctr"/>
            <a:endParaRPr lang="en-US" sz="1200" b="1" dirty="0">
              <a:solidFill>
                <a:schemeClr val="dk1"/>
              </a:solidFill>
              <a:latin typeface="Calibri" panose="020F0502020204030204" pitchFamily="34" charset="0"/>
            </a:endParaRPr>
          </a:p>
          <a:p>
            <a:pPr algn="ctr"/>
            <a:endParaRPr lang="en-US" sz="1200" b="1" dirty="0">
              <a:solidFill>
                <a:schemeClr val="dk1"/>
              </a:solidFill>
              <a:latin typeface="Calibri" panose="020F0502020204030204" pitchFamily="34" charset="0"/>
            </a:endParaRPr>
          </a:p>
          <a:p>
            <a:pPr algn="ctr"/>
            <a:endParaRPr lang="en-US" sz="1200" b="1" dirty="0">
              <a:solidFill>
                <a:schemeClr val="dk1"/>
              </a:solidFill>
              <a:latin typeface="Calibri" panose="020F0502020204030204" pitchFamily="34" charset="0"/>
            </a:endParaRPr>
          </a:p>
          <a:p>
            <a:pPr algn="ctr"/>
            <a:r>
              <a:rPr lang="en-US" sz="1200" b="1" dirty="0">
                <a:solidFill>
                  <a:schemeClr val="dk1"/>
                </a:solidFill>
                <a:latin typeface="Calibri" panose="020F0502020204030204" pitchFamily="34" charset="0"/>
              </a:rPr>
              <a:t>Developments</a:t>
            </a:r>
          </a:p>
        </p:txBody>
      </p:sp>
      <p:sp>
        <p:nvSpPr>
          <p:cNvPr id="22" name="OTLSHAPE_SL_4c5d8f56506745aa88aaf5ae4023549b_Header">
            <a:extLst>
              <a:ext uri="{FF2B5EF4-FFF2-40B4-BE49-F238E27FC236}">
                <a16:creationId xmlns:a16="http://schemas.microsoft.com/office/drawing/2014/main" xmlns="" id="{B7737362-7E4C-4A9F-8DDA-4E8418105C1E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89364" y="2795134"/>
            <a:ext cx="1422400" cy="18605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noAutofit/>
          </a:bodyPr>
          <a:lstStyle/>
          <a:p>
            <a:pPr algn="ctr"/>
            <a:r>
              <a:rPr lang="en-US" sz="1200" b="1" dirty="0">
                <a:solidFill>
                  <a:srgbClr val="582707"/>
                </a:solidFill>
                <a:latin typeface="Calibri" panose="020F0502020204030204" pitchFamily="34" charset="0"/>
              </a:rPr>
              <a:t>Reviews</a:t>
            </a:r>
          </a:p>
        </p:txBody>
      </p:sp>
      <p:sp>
        <p:nvSpPr>
          <p:cNvPr id="6" name="OTLSHAPE_TB_00000000000000000000000000000000_TodayMarkerShape">
            <a:extLst>
              <a:ext uri="{FF2B5EF4-FFF2-40B4-BE49-F238E27FC236}">
                <a16:creationId xmlns:a16="http://schemas.microsoft.com/office/drawing/2014/main" xmlns="" id="{33259E49-64CC-4542-BEA6-11793480D85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1599043" y="2134984"/>
            <a:ext cx="114300" cy="127000"/>
          </a:xfrm>
          <a:prstGeom prst="triangle">
            <a:avLst/>
          </a:prstGeom>
          <a:solidFill>
            <a:srgbClr val="FF0000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o-RO"/>
          </a:p>
        </p:txBody>
      </p:sp>
      <p:sp>
        <p:nvSpPr>
          <p:cNvPr id="7" name="OTLSHAPE_TB_00000000000000000000000000000000_TodayMarkerText">
            <a:extLst>
              <a:ext uri="{FF2B5EF4-FFF2-40B4-BE49-F238E27FC236}">
                <a16:creationId xmlns:a16="http://schemas.microsoft.com/office/drawing/2014/main" xmlns="" id="{63C554D6-1D9E-46A4-9686-FD78E0CC7D17}"/>
              </a:ext>
            </a:extLst>
          </p:cNvPr>
          <p:cNvSpPr txBox="1"/>
          <p:nvPr>
            <p:custDataLst>
              <p:tags r:id="rId34"/>
            </p:custDataLst>
          </p:nvPr>
        </p:nvSpPr>
        <p:spPr>
          <a:xfrm>
            <a:off x="1473344" y="2261984"/>
            <a:ext cx="36336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ro-RO" sz="1200" spc="-12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</a:p>
        </p:txBody>
      </p:sp>
      <p:sp>
        <p:nvSpPr>
          <p:cNvPr id="8" name="OTLSHAPE_TB_00000000000000000000000000000000_TimescaleInterval1">
            <a:extLst>
              <a:ext uri="{FF2B5EF4-FFF2-40B4-BE49-F238E27FC236}">
                <a16:creationId xmlns:a16="http://schemas.microsoft.com/office/drawing/2014/main" xmlns="" id="{E6BDA673-9E9A-4220-9A86-92E80A581CB7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1714896" y="1820107"/>
            <a:ext cx="46990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ro-RO" sz="1200" spc="-14" dirty="0">
                <a:solidFill>
                  <a:schemeClr val="lt1"/>
                </a:solidFill>
                <a:latin typeface="Calibri" panose="020F0502020204030204" pitchFamily="34" charset="0"/>
              </a:rPr>
              <a:t>Week 1</a:t>
            </a:r>
          </a:p>
        </p:txBody>
      </p:sp>
      <p:sp>
        <p:nvSpPr>
          <p:cNvPr id="9" name="OTLSHAPE_TB_00000000000000000000000000000000_TimescaleInterval2">
            <a:extLst>
              <a:ext uri="{FF2B5EF4-FFF2-40B4-BE49-F238E27FC236}">
                <a16:creationId xmlns:a16="http://schemas.microsoft.com/office/drawing/2014/main" xmlns="" id="{B8F8634B-51B1-459B-82AF-CBD562F67D5D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2782053" y="1820107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fr-FR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2</a:t>
            </a:r>
            <a:endParaRPr lang="ro-RO" sz="1200" spc="-26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OTLSHAPE_TB_00000000000000000000000000000000_TimescaleInterval3">
            <a:extLst>
              <a:ext uri="{FF2B5EF4-FFF2-40B4-BE49-F238E27FC236}">
                <a16:creationId xmlns:a16="http://schemas.microsoft.com/office/drawing/2014/main" xmlns="" id="{82A194A4-7F08-4890-8553-C2265C8832E9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3849211" y="1820107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fr-FR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3</a:t>
            </a:r>
            <a:endParaRPr lang="ro-RO" sz="1200" spc="-26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1" name="OTLSHAPE_TB_00000000000000000000000000000000_TimescaleInterval4">
            <a:extLst>
              <a:ext uri="{FF2B5EF4-FFF2-40B4-BE49-F238E27FC236}">
                <a16:creationId xmlns:a16="http://schemas.microsoft.com/office/drawing/2014/main" xmlns="" id="{F27188A7-98B3-4165-AA16-5D6D4E607717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4916369" y="1820107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fr-FR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4</a:t>
            </a:r>
            <a:endParaRPr lang="ro-RO" sz="1200" spc="-26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OTLSHAPE_TB_00000000000000000000000000000000_TimescaleInterval5">
            <a:extLst>
              <a:ext uri="{FF2B5EF4-FFF2-40B4-BE49-F238E27FC236}">
                <a16:creationId xmlns:a16="http://schemas.microsoft.com/office/drawing/2014/main" xmlns="" id="{AFD7CF9B-271A-40AC-B823-5E8551AEBD98}"/>
              </a:ext>
            </a:extLst>
          </p:cNvPr>
          <p:cNvSpPr txBox="1"/>
          <p:nvPr>
            <p:custDataLst>
              <p:tags r:id="rId39"/>
            </p:custDataLst>
          </p:nvPr>
        </p:nvSpPr>
        <p:spPr>
          <a:xfrm>
            <a:off x="5983526" y="1820107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fr-FR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5</a:t>
            </a:r>
            <a:endParaRPr lang="ro-RO" sz="1200" spc="-26" dirty="0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842" name="OTLSHAPE_TB_00000000000000000000000000000000_TimescaleInterval6">
            <a:extLst>
              <a:ext uri="{FF2B5EF4-FFF2-40B4-BE49-F238E27FC236}">
                <a16:creationId xmlns:a16="http://schemas.microsoft.com/office/drawing/2014/main" xmlns="" id="{0EB33B6F-ACB8-4189-8425-EBC5A3511D23}"/>
              </a:ext>
            </a:extLst>
          </p:cNvPr>
          <p:cNvSpPr txBox="1"/>
          <p:nvPr>
            <p:custDataLst>
              <p:tags r:id="rId40"/>
            </p:custDataLst>
          </p:nvPr>
        </p:nvSpPr>
        <p:spPr>
          <a:xfrm>
            <a:off x="7050684" y="1820107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6</a:t>
            </a:r>
          </a:p>
        </p:txBody>
      </p:sp>
      <p:sp>
        <p:nvSpPr>
          <p:cNvPr id="843" name="OTLSHAPE_TB_00000000000000000000000000000000_TimescaleInterval7">
            <a:extLst>
              <a:ext uri="{FF2B5EF4-FFF2-40B4-BE49-F238E27FC236}">
                <a16:creationId xmlns:a16="http://schemas.microsoft.com/office/drawing/2014/main" xmlns="" id="{0522873A-A23E-4F3B-842B-C88757603DEB}"/>
              </a:ext>
            </a:extLst>
          </p:cNvPr>
          <p:cNvSpPr txBox="1"/>
          <p:nvPr>
            <p:custDataLst>
              <p:tags r:id="rId41"/>
            </p:custDataLst>
          </p:nvPr>
        </p:nvSpPr>
        <p:spPr>
          <a:xfrm>
            <a:off x="8117842" y="1820107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7</a:t>
            </a:r>
          </a:p>
        </p:txBody>
      </p:sp>
      <p:sp>
        <p:nvSpPr>
          <p:cNvPr id="844" name="OTLSHAPE_TB_00000000000000000000000000000000_TimescaleInterval8">
            <a:extLst>
              <a:ext uri="{FF2B5EF4-FFF2-40B4-BE49-F238E27FC236}">
                <a16:creationId xmlns:a16="http://schemas.microsoft.com/office/drawing/2014/main" xmlns="" id="{558A6867-E85B-4949-BF63-4BD4B5056F1D}"/>
              </a:ext>
            </a:extLst>
          </p:cNvPr>
          <p:cNvSpPr txBox="1"/>
          <p:nvPr>
            <p:custDataLst>
              <p:tags r:id="rId42"/>
            </p:custDataLst>
          </p:nvPr>
        </p:nvSpPr>
        <p:spPr>
          <a:xfrm>
            <a:off x="9184999" y="1820107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8</a:t>
            </a:r>
          </a:p>
        </p:txBody>
      </p:sp>
      <p:sp>
        <p:nvSpPr>
          <p:cNvPr id="845" name="OTLSHAPE_TB_00000000000000000000000000000000_TimescaleInterval9">
            <a:extLst>
              <a:ext uri="{FF2B5EF4-FFF2-40B4-BE49-F238E27FC236}">
                <a16:creationId xmlns:a16="http://schemas.microsoft.com/office/drawing/2014/main" xmlns="" id="{0B232BA7-2CE2-44E6-9A3B-15D7B43A24BE}"/>
              </a:ext>
            </a:extLst>
          </p:cNvPr>
          <p:cNvSpPr txBox="1"/>
          <p:nvPr>
            <p:custDataLst>
              <p:tags r:id="rId43"/>
            </p:custDataLst>
          </p:nvPr>
        </p:nvSpPr>
        <p:spPr>
          <a:xfrm>
            <a:off x="10252156" y="1820107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dirty="0">
                <a:solidFill>
                  <a:schemeClr val="lt1"/>
                </a:solidFill>
                <a:latin typeface="Calibri" panose="020F0502020204030204" pitchFamily="34" charset="0"/>
              </a:rPr>
              <a:t>9</a:t>
            </a:r>
          </a:p>
        </p:txBody>
      </p:sp>
      <p:sp>
        <p:nvSpPr>
          <p:cNvPr id="39" name="OTLSHAPE_SLT_252e96058a3546e0b06f0e93390d2b22_Duration" hidden="1">
            <a:extLst>
              <a:ext uri="{FF2B5EF4-FFF2-40B4-BE49-F238E27FC236}">
                <a16:creationId xmlns:a16="http://schemas.microsoft.com/office/drawing/2014/main" xmlns="" id="{C7ED9D59-34BF-4274-AA48-822515F40C56}"/>
              </a:ext>
            </a:extLst>
          </p:cNvPr>
          <p:cNvSpPr txBox="1"/>
          <p:nvPr>
            <p:custDataLst>
              <p:tags r:id="rId44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>
                <a:solidFill>
                  <a:srgbClr val="C0504D"/>
                </a:solidFill>
              </a:rPr>
              <a:t>19.6 days</a:t>
            </a:r>
          </a:p>
        </p:txBody>
      </p:sp>
      <p:sp>
        <p:nvSpPr>
          <p:cNvPr id="42" name="OTLSHAPE_SLT_252e96058a3546e0b06f0e93390d2b22_TextPercentage" hidden="1">
            <a:extLst>
              <a:ext uri="{FF2B5EF4-FFF2-40B4-BE49-F238E27FC236}">
                <a16:creationId xmlns:a16="http://schemas.microsoft.com/office/drawing/2014/main" xmlns="" id="{4568AB94-9461-4154-BE60-0A1CFDB8CD60}"/>
              </a:ext>
            </a:extLst>
          </p:cNvPr>
          <p:cNvSpPr txBox="1"/>
          <p:nvPr>
            <p:custDataLst>
              <p:tags r:id="rId4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rgbClr val="EEECE1"/>
              </a:solidFill>
            </a:endParaRPr>
          </a:p>
        </p:txBody>
      </p:sp>
      <p:sp>
        <p:nvSpPr>
          <p:cNvPr id="43" name="OTLSHAPE_SLT_252e96058a3546e0b06f0e93390d2b22_StartDate" hidden="1">
            <a:extLst>
              <a:ext uri="{FF2B5EF4-FFF2-40B4-BE49-F238E27FC236}">
                <a16:creationId xmlns:a16="http://schemas.microsoft.com/office/drawing/2014/main" xmlns="" id="{5D082D6C-C35C-43EE-8F7B-6DD6DE5E654D}"/>
              </a:ext>
            </a:extLst>
          </p:cNvPr>
          <p:cNvSpPr txBox="1"/>
          <p:nvPr>
            <p:custDataLst>
              <p:tags r:id="rId4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44" name="OTLSHAPE_SLT_252e96058a3546e0b06f0e93390d2b22_EndDate" hidden="1">
            <a:extLst>
              <a:ext uri="{FF2B5EF4-FFF2-40B4-BE49-F238E27FC236}">
                <a16:creationId xmlns:a16="http://schemas.microsoft.com/office/drawing/2014/main" xmlns="" id="{4B894C07-9454-4220-A1BA-3665F3DF796B}"/>
              </a:ext>
            </a:extLst>
          </p:cNvPr>
          <p:cNvSpPr txBox="1"/>
          <p:nvPr>
            <p:custDataLst>
              <p:tags r:id="rId4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52" name="OTLSHAPE_SLT_252e96058a3546e0b06f0e93390d2b22_Title">
            <a:extLst>
              <a:ext uri="{FF2B5EF4-FFF2-40B4-BE49-F238E27FC236}">
                <a16:creationId xmlns:a16="http://schemas.microsoft.com/office/drawing/2014/main" xmlns="" id="{2CC41FCF-B7EE-4318-90E9-B2343A4C054D}"/>
              </a:ext>
            </a:extLst>
          </p:cNvPr>
          <p:cNvSpPr txBox="1"/>
          <p:nvPr>
            <p:custDataLst>
              <p:tags r:id="rId48"/>
            </p:custDataLst>
          </p:nvPr>
        </p:nvSpPr>
        <p:spPr>
          <a:xfrm>
            <a:off x="2525479" y="3068030"/>
            <a:ext cx="812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100" b="1" spc="-8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155" name="OTLSHAPE_SLT_d041283d8f3c4122b11f3269142dbb8d_Duration" hidden="1">
            <a:extLst>
              <a:ext uri="{FF2B5EF4-FFF2-40B4-BE49-F238E27FC236}">
                <a16:creationId xmlns:a16="http://schemas.microsoft.com/office/drawing/2014/main" xmlns="" id="{7EECAB5E-A0A8-4B18-B8B7-DDBC7020B144}"/>
              </a:ext>
            </a:extLst>
          </p:cNvPr>
          <p:cNvSpPr txBox="1"/>
          <p:nvPr>
            <p:custDataLst>
              <p:tags r:id="rId49"/>
            </p:custDataLst>
          </p:nvPr>
        </p:nvSpPr>
        <p:spPr>
          <a:xfrm>
            <a:off x="12700" y="-233521"/>
            <a:ext cx="3302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>
                <a:solidFill>
                  <a:srgbClr val="C0504D"/>
                </a:solidFill>
              </a:rPr>
              <a:t>9 days</a:t>
            </a:r>
          </a:p>
        </p:txBody>
      </p:sp>
      <p:sp>
        <p:nvSpPr>
          <p:cNvPr id="1156" name="OTLSHAPE_SLT_d041283d8f3c4122b11f3269142dbb8d_TextPercentage" hidden="1">
            <a:extLst>
              <a:ext uri="{FF2B5EF4-FFF2-40B4-BE49-F238E27FC236}">
                <a16:creationId xmlns:a16="http://schemas.microsoft.com/office/drawing/2014/main" xmlns="" id="{835AC967-B880-4A8A-8F07-F1125757569E}"/>
              </a:ext>
            </a:extLst>
          </p:cNvPr>
          <p:cNvSpPr txBox="1"/>
          <p:nvPr>
            <p:custDataLst>
              <p:tags r:id="rId5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rgbClr val="EEECE1"/>
              </a:solidFill>
            </a:endParaRPr>
          </a:p>
        </p:txBody>
      </p:sp>
      <p:sp>
        <p:nvSpPr>
          <p:cNvPr id="1161" name="OTLSHAPE_SLT_d041283d8f3c4122b11f3269142dbb8d_StartDate" hidden="1">
            <a:extLst>
              <a:ext uri="{FF2B5EF4-FFF2-40B4-BE49-F238E27FC236}">
                <a16:creationId xmlns:a16="http://schemas.microsoft.com/office/drawing/2014/main" xmlns="" id="{2F5A4E15-D6FF-427C-835E-29CF35B309F1}"/>
              </a:ext>
            </a:extLst>
          </p:cNvPr>
          <p:cNvSpPr txBox="1"/>
          <p:nvPr>
            <p:custDataLst>
              <p:tags r:id="rId5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163" name="OTLSHAPE_SLT_d041283d8f3c4122b11f3269142dbb8d_EndDate" hidden="1">
            <a:extLst>
              <a:ext uri="{FF2B5EF4-FFF2-40B4-BE49-F238E27FC236}">
                <a16:creationId xmlns:a16="http://schemas.microsoft.com/office/drawing/2014/main" xmlns="" id="{4074E719-0F33-464C-9091-D00E4DC09AAF}"/>
              </a:ext>
            </a:extLst>
          </p:cNvPr>
          <p:cNvSpPr txBox="1"/>
          <p:nvPr>
            <p:custDataLst>
              <p:tags r:id="rId5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174" name="OTLSHAPE_SLT_bf5ec3bb92844330b37b9e6940186a3e_Duration" hidden="1">
            <a:extLst>
              <a:ext uri="{FF2B5EF4-FFF2-40B4-BE49-F238E27FC236}">
                <a16:creationId xmlns:a16="http://schemas.microsoft.com/office/drawing/2014/main" xmlns="" id="{8201E4D2-D7B0-465F-999D-746D4E1B9EC9}"/>
              </a:ext>
            </a:extLst>
          </p:cNvPr>
          <p:cNvSpPr txBox="1"/>
          <p:nvPr>
            <p:custDataLst>
              <p:tags r:id="rId53"/>
            </p:custDataLst>
          </p:nvPr>
        </p:nvSpPr>
        <p:spPr>
          <a:xfrm>
            <a:off x="12700" y="-310466"/>
            <a:ext cx="3937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>
                <a:solidFill>
                  <a:srgbClr val="C0504D"/>
                </a:solidFill>
              </a:rPr>
              <a:t>26 days</a:t>
            </a:r>
          </a:p>
        </p:txBody>
      </p:sp>
      <p:sp>
        <p:nvSpPr>
          <p:cNvPr id="1175" name="OTLSHAPE_SLT_bf5ec3bb92844330b37b9e6940186a3e_TextPercentage" hidden="1">
            <a:extLst>
              <a:ext uri="{FF2B5EF4-FFF2-40B4-BE49-F238E27FC236}">
                <a16:creationId xmlns:a16="http://schemas.microsoft.com/office/drawing/2014/main" xmlns="" id="{12C15788-0574-425B-9382-9FF929549BE2}"/>
              </a:ext>
            </a:extLst>
          </p:cNvPr>
          <p:cNvSpPr txBox="1"/>
          <p:nvPr>
            <p:custDataLst>
              <p:tags r:id="rId54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rgbClr val="EEECE1"/>
              </a:solidFill>
            </a:endParaRPr>
          </a:p>
        </p:txBody>
      </p:sp>
      <p:sp>
        <p:nvSpPr>
          <p:cNvPr id="1176" name="OTLSHAPE_SLT_bf5ec3bb92844330b37b9e6940186a3e_StartDate" hidden="1">
            <a:extLst>
              <a:ext uri="{FF2B5EF4-FFF2-40B4-BE49-F238E27FC236}">
                <a16:creationId xmlns:a16="http://schemas.microsoft.com/office/drawing/2014/main" xmlns="" id="{4619C4F0-DF12-484B-9269-214EB95E738B}"/>
              </a:ext>
            </a:extLst>
          </p:cNvPr>
          <p:cNvSpPr txBox="1"/>
          <p:nvPr>
            <p:custDataLst>
              <p:tags r:id="rId55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177" name="OTLSHAPE_SLT_bf5ec3bb92844330b37b9e6940186a3e_EndDate" hidden="1">
            <a:extLst>
              <a:ext uri="{FF2B5EF4-FFF2-40B4-BE49-F238E27FC236}">
                <a16:creationId xmlns:a16="http://schemas.microsoft.com/office/drawing/2014/main" xmlns="" id="{3F2294FE-161C-4064-8448-5A1A2772BCBF}"/>
              </a:ext>
            </a:extLst>
          </p:cNvPr>
          <p:cNvSpPr txBox="1"/>
          <p:nvPr>
            <p:custDataLst>
              <p:tags r:id="rId56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182" name="OTLSHAPE_SLT_a5c61adb4e234cd6a6999ae92167f5da_StartDate" hidden="1">
            <a:extLst>
              <a:ext uri="{FF2B5EF4-FFF2-40B4-BE49-F238E27FC236}">
                <a16:creationId xmlns:a16="http://schemas.microsoft.com/office/drawing/2014/main" xmlns="" id="{0F74A079-1C52-4F8F-8970-C593C9D8467B}"/>
              </a:ext>
            </a:extLst>
          </p:cNvPr>
          <p:cNvSpPr txBox="1"/>
          <p:nvPr>
            <p:custDataLst>
              <p:tags r:id="rId57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183" name="OTLSHAPE_SLT_a5c61adb4e234cd6a6999ae92167f5da_EndDate" hidden="1">
            <a:extLst>
              <a:ext uri="{FF2B5EF4-FFF2-40B4-BE49-F238E27FC236}">
                <a16:creationId xmlns:a16="http://schemas.microsoft.com/office/drawing/2014/main" xmlns="" id="{1FB27108-2FB7-4933-A2B1-999C868FE239}"/>
              </a:ext>
            </a:extLst>
          </p:cNvPr>
          <p:cNvSpPr txBox="1"/>
          <p:nvPr>
            <p:custDataLst>
              <p:tags r:id="rId58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193" name="OTLSHAPE_SLT_966516fbb7fe42e78d38d95e46a17583_Duration" hidden="1">
            <a:extLst>
              <a:ext uri="{FF2B5EF4-FFF2-40B4-BE49-F238E27FC236}">
                <a16:creationId xmlns:a16="http://schemas.microsoft.com/office/drawing/2014/main" xmlns="" id="{CB4BD6B5-C000-446A-B715-4C826C30FC26}"/>
              </a:ext>
            </a:extLst>
          </p:cNvPr>
          <p:cNvSpPr txBox="1"/>
          <p:nvPr>
            <p:custDataLst>
              <p:tags r:id="rId59"/>
            </p:custDataLst>
          </p:nvPr>
        </p:nvSpPr>
        <p:spPr>
          <a:xfrm>
            <a:off x="12700" y="-464354"/>
            <a:ext cx="4953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>
                <a:solidFill>
                  <a:srgbClr val="C0504D"/>
                </a:solidFill>
              </a:rPr>
              <a:t>17.4 days</a:t>
            </a:r>
          </a:p>
        </p:txBody>
      </p:sp>
      <p:sp>
        <p:nvSpPr>
          <p:cNvPr id="1194" name="OTLSHAPE_SLT_966516fbb7fe42e78d38d95e46a17583_TextPercentage" hidden="1">
            <a:extLst>
              <a:ext uri="{FF2B5EF4-FFF2-40B4-BE49-F238E27FC236}">
                <a16:creationId xmlns:a16="http://schemas.microsoft.com/office/drawing/2014/main" xmlns="" id="{034586F6-0D1A-4532-884B-D665F517BE87}"/>
              </a:ext>
            </a:extLst>
          </p:cNvPr>
          <p:cNvSpPr txBox="1"/>
          <p:nvPr>
            <p:custDataLst>
              <p:tags r:id="rId60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 dirty="0">
              <a:solidFill>
                <a:srgbClr val="EEECE1"/>
              </a:solidFill>
            </a:endParaRPr>
          </a:p>
        </p:txBody>
      </p:sp>
      <p:sp>
        <p:nvSpPr>
          <p:cNvPr id="1201" name="OTLSHAPE_SLT_966516fbb7fe42e78d38d95e46a17583_StartDate" hidden="1">
            <a:extLst>
              <a:ext uri="{FF2B5EF4-FFF2-40B4-BE49-F238E27FC236}">
                <a16:creationId xmlns:a16="http://schemas.microsoft.com/office/drawing/2014/main" xmlns="" id="{80638E09-C289-46BE-8A73-30D38339BDE6}"/>
              </a:ext>
            </a:extLst>
          </p:cNvPr>
          <p:cNvSpPr txBox="1"/>
          <p:nvPr>
            <p:custDataLst>
              <p:tags r:id="rId61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202" name="OTLSHAPE_SLT_966516fbb7fe42e78d38d95e46a17583_EndDate" hidden="1">
            <a:extLst>
              <a:ext uri="{FF2B5EF4-FFF2-40B4-BE49-F238E27FC236}">
                <a16:creationId xmlns:a16="http://schemas.microsoft.com/office/drawing/2014/main" xmlns="" id="{F2B5FA8C-CFBC-454B-ABDD-AEFA644E79D5}"/>
              </a:ext>
            </a:extLst>
          </p:cNvPr>
          <p:cNvSpPr txBox="1"/>
          <p:nvPr>
            <p:custDataLst>
              <p:tags r:id="rId62"/>
            </p:custDataLst>
          </p:nvPr>
        </p:nvSpPr>
        <p:spPr>
          <a:xfrm>
            <a:off x="12700" y="74255"/>
            <a:ext cx="0" cy="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endParaRPr lang="en-US" sz="1000" dirty="0">
              <a:solidFill>
                <a:schemeClr val="dk2"/>
              </a:solidFill>
            </a:endParaRPr>
          </a:p>
        </p:txBody>
      </p:sp>
      <p:sp>
        <p:nvSpPr>
          <p:cNvPr id="1209" name="OTLSHAPE_SLM_c0879fc783884e34854bcc3a792e074d_Title">
            <a:extLst>
              <a:ext uri="{FF2B5EF4-FFF2-40B4-BE49-F238E27FC236}">
                <a16:creationId xmlns:a16="http://schemas.microsoft.com/office/drawing/2014/main" xmlns="" id="{5DE2A9EA-C7E0-4A08-ADEC-4A2DD2A3BE9B}"/>
              </a:ext>
            </a:extLst>
          </p:cNvPr>
          <p:cNvSpPr txBox="1"/>
          <p:nvPr>
            <p:custDataLst>
              <p:tags r:id="rId63"/>
            </p:custDataLst>
          </p:nvPr>
        </p:nvSpPr>
        <p:spPr>
          <a:xfrm>
            <a:off x="3400520" y="2802902"/>
            <a:ext cx="1041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Feasibility Review</a:t>
            </a:r>
          </a:p>
        </p:txBody>
      </p:sp>
      <p:sp>
        <p:nvSpPr>
          <p:cNvPr id="1210" name="OTLSHAPE_SLM_c0879fc783884e34854bcc3a792e074d_Date">
            <a:extLst>
              <a:ext uri="{FF2B5EF4-FFF2-40B4-BE49-F238E27FC236}">
                <a16:creationId xmlns:a16="http://schemas.microsoft.com/office/drawing/2014/main" xmlns="" id="{C3F08ACA-299E-49D2-97C4-C394834CB45C}"/>
              </a:ext>
            </a:extLst>
          </p:cNvPr>
          <p:cNvSpPr txBox="1"/>
          <p:nvPr>
            <p:custDataLst>
              <p:tags r:id="rId64"/>
            </p:custDataLst>
          </p:nvPr>
        </p:nvSpPr>
        <p:spPr>
          <a:xfrm>
            <a:off x="4766447" y="2811217"/>
            <a:ext cx="69850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chemeClr val="dk2"/>
                </a:solidFill>
                <a:latin typeface="Calibri" panose="020F0502020204030204" pitchFamily="34" charset="0"/>
              </a:rPr>
              <a:t>04-03-2021</a:t>
            </a:r>
            <a:endParaRPr lang="en-US" sz="1000" spc="-4" dirty="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212" name="OTLSHAPE_SLM_93c6d54afd77453d87a3bd6294db7ec9_Title">
            <a:extLst>
              <a:ext uri="{FF2B5EF4-FFF2-40B4-BE49-F238E27FC236}">
                <a16:creationId xmlns:a16="http://schemas.microsoft.com/office/drawing/2014/main" xmlns="" id="{2BAE9E45-D243-4412-BFB0-09436AD23FBA}"/>
              </a:ext>
            </a:extLst>
          </p:cNvPr>
          <p:cNvSpPr txBox="1"/>
          <p:nvPr>
            <p:custDataLst>
              <p:tags r:id="rId65"/>
            </p:custDataLst>
          </p:nvPr>
        </p:nvSpPr>
        <p:spPr>
          <a:xfrm>
            <a:off x="6168388" y="2802902"/>
            <a:ext cx="10160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8" dirty="0">
                <a:solidFill>
                  <a:schemeClr val="dk1"/>
                </a:solidFill>
                <a:latin typeface="Calibri" panose="020F0502020204030204" pitchFamily="34" charset="0"/>
              </a:rPr>
              <a:t>Mid-cycle Review</a:t>
            </a:r>
          </a:p>
        </p:txBody>
      </p:sp>
      <p:sp>
        <p:nvSpPr>
          <p:cNvPr id="1213" name="OTLSHAPE_SLM_93c6d54afd77453d87a3bd6294db7ec9_Date">
            <a:extLst>
              <a:ext uri="{FF2B5EF4-FFF2-40B4-BE49-F238E27FC236}">
                <a16:creationId xmlns:a16="http://schemas.microsoft.com/office/drawing/2014/main" xmlns="" id="{C388D94B-8469-47D1-AE92-FB4112DF8215}"/>
              </a:ext>
            </a:extLst>
          </p:cNvPr>
          <p:cNvSpPr txBox="1"/>
          <p:nvPr>
            <p:custDataLst>
              <p:tags r:id="rId66"/>
            </p:custDataLst>
          </p:nvPr>
        </p:nvSpPr>
        <p:spPr>
          <a:xfrm>
            <a:off x="7510567" y="2810649"/>
            <a:ext cx="660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4" dirty="0" smtClean="0">
                <a:solidFill>
                  <a:schemeClr val="dk2"/>
                </a:solidFill>
                <a:latin typeface="Calibri" panose="020F0502020204030204" pitchFamily="34" charset="0"/>
              </a:rPr>
              <a:t>21-03-2021</a:t>
            </a:r>
            <a:endParaRPr lang="en-US" sz="1000" spc="-4" dirty="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224" name="OTLSHAPE_SLM_a4ff190600bf4db8b017c3df1cfd4ab6_Title">
            <a:extLst>
              <a:ext uri="{FF2B5EF4-FFF2-40B4-BE49-F238E27FC236}">
                <a16:creationId xmlns:a16="http://schemas.microsoft.com/office/drawing/2014/main" xmlns="" id="{E35B6653-5954-4617-B025-00BE3C1F02C7}"/>
              </a:ext>
            </a:extLst>
          </p:cNvPr>
          <p:cNvSpPr txBox="1"/>
          <p:nvPr>
            <p:custDataLst>
              <p:tags r:id="rId67"/>
            </p:custDataLst>
          </p:nvPr>
        </p:nvSpPr>
        <p:spPr>
          <a:xfrm>
            <a:off x="8514133" y="2802902"/>
            <a:ext cx="11176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en-US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Pre-release Review</a:t>
            </a:r>
          </a:p>
        </p:txBody>
      </p:sp>
      <p:sp>
        <p:nvSpPr>
          <p:cNvPr id="1225" name="OTLSHAPE_SLM_a4ff190600bf4db8b017c3df1cfd4ab6_Date">
            <a:extLst>
              <a:ext uri="{FF2B5EF4-FFF2-40B4-BE49-F238E27FC236}">
                <a16:creationId xmlns:a16="http://schemas.microsoft.com/office/drawing/2014/main" xmlns="" id="{9D62BBC3-576B-403D-92CB-3F6AC11BC272}"/>
              </a:ext>
            </a:extLst>
          </p:cNvPr>
          <p:cNvSpPr txBox="1"/>
          <p:nvPr>
            <p:custDataLst>
              <p:tags r:id="rId68"/>
            </p:custDataLst>
          </p:nvPr>
        </p:nvSpPr>
        <p:spPr>
          <a:xfrm>
            <a:off x="9949783" y="2811217"/>
            <a:ext cx="749105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dirty="0">
                <a:solidFill>
                  <a:schemeClr val="dk2"/>
                </a:solidFill>
                <a:latin typeface="Calibri" panose="020F0502020204030204" pitchFamily="34" charset="0"/>
              </a:rPr>
              <a:t>19 - </a:t>
            </a:r>
            <a:r>
              <a:rPr lang="en-US" sz="1000" spc="-6" dirty="0" smtClean="0">
                <a:solidFill>
                  <a:schemeClr val="dk2"/>
                </a:solidFill>
                <a:latin typeface="Calibri" panose="020F0502020204030204" pitchFamily="34" charset="0"/>
              </a:rPr>
              <a:t>04 </a:t>
            </a:r>
            <a:r>
              <a:rPr lang="en-US" sz="1000" spc="-6" dirty="0">
                <a:solidFill>
                  <a:schemeClr val="dk2"/>
                </a:solidFill>
                <a:latin typeface="Calibri" panose="020F0502020204030204" pitchFamily="34" charset="0"/>
              </a:rPr>
              <a:t>- 2021</a:t>
            </a:r>
          </a:p>
        </p:txBody>
      </p:sp>
      <p:sp>
        <p:nvSpPr>
          <p:cNvPr id="1226" name="OTLSHAPE_SLT_a5c61adb4e234cd6a6999ae92167f5da_JoinedDate" hidden="1">
            <a:extLst>
              <a:ext uri="{FF2B5EF4-FFF2-40B4-BE49-F238E27FC236}">
                <a16:creationId xmlns:a16="http://schemas.microsoft.com/office/drawing/2014/main" xmlns="" id="{C2BBE237-2D5C-444C-B228-F449E6DEFB41}"/>
              </a:ext>
            </a:extLst>
          </p:cNvPr>
          <p:cNvSpPr txBox="1"/>
          <p:nvPr>
            <p:custDataLst>
              <p:tags r:id="rId69"/>
            </p:custDataLst>
          </p:nvPr>
        </p:nvSpPr>
        <p:spPr>
          <a:xfrm>
            <a:off x="12700" y="-695186"/>
            <a:ext cx="8509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>
                <a:solidFill>
                  <a:schemeClr val="dk2"/>
                </a:solidFill>
              </a:rPr>
              <a:t>Mar 22 - May 31</a:t>
            </a:r>
          </a:p>
        </p:txBody>
      </p:sp>
      <p:sp>
        <p:nvSpPr>
          <p:cNvPr id="1227" name="OTLSHAPE_SLT_966516fbb7fe42e78d38d95e46a17583_JoinedDate" hidden="1">
            <a:extLst>
              <a:ext uri="{FF2B5EF4-FFF2-40B4-BE49-F238E27FC236}">
                <a16:creationId xmlns:a16="http://schemas.microsoft.com/office/drawing/2014/main" xmlns="" id="{0625BE8F-C39B-4BA4-A9AD-F6C3A2D4626E}"/>
              </a:ext>
            </a:extLst>
          </p:cNvPr>
          <p:cNvSpPr txBox="1"/>
          <p:nvPr>
            <p:custDataLst>
              <p:tags r:id="rId70"/>
            </p:custDataLst>
          </p:nvPr>
        </p:nvSpPr>
        <p:spPr>
          <a:xfrm>
            <a:off x="12700" y="-695186"/>
            <a:ext cx="863600" cy="165100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dirty="0">
                <a:solidFill>
                  <a:schemeClr val="dk2"/>
                </a:solidFill>
              </a:rPr>
              <a:t>May 14 - May 31</a:t>
            </a:r>
          </a:p>
        </p:txBody>
      </p:sp>
      <p:cxnSp>
        <p:nvCxnSpPr>
          <p:cNvPr id="835" name="OTLSHAPE_TB_00000000000000000000000000000000_Separator1">
            <a:extLst>
              <a:ext uri="{FF2B5EF4-FFF2-40B4-BE49-F238E27FC236}">
                <a16:creationId xmlns:a16="http://schemas.microsoft.com/office/drawing/2014/main" xmlns="" id="{11DE6977-3DFC-4237-8ED6-90FC5E8BA9A0}"/>
              </a:ext>
            </a:extLst>
          </p:cNvPr>
          <p:cNvCxnSpPr/>
          <p:nvPr>
            <p:custDataLst>
              <p:tags r:id="rId71"/>
            </p:custDataLst>
          </p:nvPr>
        </p:nvCxnSpPr>
        <p:spPr>
          <a:xfrm>
            <a:off x="2718553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6" name="OTLSHAPE_TB_00000000000000000000000000000000_Separator2">
            <a:extLst>
              <a:ext uri="{FF2B5EF4-FFF2-40B4-BE49-F238E27FC236}">
                <a16:creationId xmlns:a16="http://schemas.microsoft.com/office/drawing/2014/main" xmlns="" id="{BB632716-EF2D-483A-976E-F89E39545AC1}"/>
              </a:ext>
            </a:extLst>
          </p:cNvPr>
          <p:cNvCxnSpPr/>
          <p:nvPr>
            <p:custDataLst>
              <p:tags r:id="rId72"/>
            </p:custDataLst>
          </p:nvPr>
        </p:nvCxnSpPr>
        <p:spPr>
          <a:xfrm>
            <a:off x="3785710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9" name="OTLSHAPE_TB_00000000000000000000000000000000_Separator3">
            <a:extLst>
              <a:ext uri="{FF2B5EF4-FFF2-40B4-BE49-F238E27FC236}">
                <a16:creationId xmlns:a16="http://schemas.microsoft.com/office/drawing/2014/main" xmlns="" id="{6F44E8A3-6B2F-4036-9DA6-0BC56B021D7E}"/>
              </a:ext>
            </a:extLst>
          </p:cNvPr>
          <p:cNvCxnSpPr/>
          <p:nvPr>
            <p:custDataLst>
              <p:tags r:id="rId73"/>
            </p:custDataLst>
          </p:nvPr>
        </p:nvCxnSpPr>
        <p:spPr>
          <a:xfrm>
            <a:off x="4852868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0" name="OTLSHAPE_TB_00000000000000000000000000000000_Separator4">
            <a:extLst>
              <a:ext uri="{FF2B5EF4-FFF2-40B4-BE49-F238E27FC236}">
                <a16:creationId xmlns:a16="http://schemas.microsoft.com/office/drawing/2014/main" xmlns="" id="{FDF0C0A1-863D-4D22-8EA8-B7F5A0535B31}"/>
              </a:ext>
            </a:extLst>
          </p:cNvPr>
          <p:cNvCxnSpPr/>
          <p:nvPr>
            <p:custDataLst>
              <p:tags r:id="rId74"/>
            </p:custDataLst>
          </p:nvPr>
        </p:nvCxnSpPr>
        <p:spPr>
          <a:xfrm>
            <a:off x="5920026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1" name="OTLSHAPE_TB_00000000000000000000000000000000_Separator5">
            <a:extLst>
              <a:ext uri="{FF2B5EF4-FFF2-40B4-BE49-F238E27FC236}">
                <a16:creationId xmlns:a16="http://schemas.microsoft.com/office/drawing/2014/main" xmlns="" id="{30F8EB6B-BA51-40C5-92BF-9479E5728DB2}"/>
              </a:ext>
            </a:extLst>
          </p:cNvPr>
          <p:cNvCxnSpPr/>
          <p:nvPr>
            <p:custDataLst>
              <p:tags r:id="rId75"/>
            </p:custDataLst>
          </p:nvPr>
        </p:nvCxnSpPr>
        <p:spPr>
          <a:xfrm>
            <a:off x="6987183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8" name="OTLSHAPE_TB_00000000000000000000000000000000_Separator6">
            <a:extLst>
              <a:ext uri="{FF2B5EF4-FFF2-40B4-BE49-F238E27FC236}">
                <a16:creationId xmlns:a16="http://schemas.microsoft.com/office/drawing/2014/main" xmlns="" id="{10663556-149C-42D2-8653-470F4B6A07D0}"/>
              </a:ext>
            </a:extLst>
          </p:cNvPr>
          <p:cNvCxnSpPr/>
          <p:nvPr>
            <p:custDataLst>
              <p:tags r:id="rId76"/>
            </p:custDataLst>
          </p:nvPr>
        </p:nvCxnSpPr>
        <p:spPr>
          <a:xfrm>
            <a:off x="8054340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9" name="OTLSHAPE_TB_00000000000000000000000000000000_Separator7">
            <a:extLst>
              <a:ext uri="{FF2B5EF4-FFF2-40B4-BE49-F238E27FC236}">
                <a16:creationId xmlns:a16="http://schemas.microsoft.com/office/drawing/2014/main" xmlns="" id="{E7469AE0-8C4D-4C22-9873-4E372F1054B4}"/>
              </a:ext>
            </a:extLst>
          </p:cNvPr>
          <p:cNvCxnSpPr/>
          <p:nvPr>
            <p:custDataLst>
              <p:tags r:id="rId77"/>
            </p:custDataLst>
          </p:nvPr>
        </p:nvCxnSpPr>
        <p:spPr>
          <a:xfrm>
            <a:off x="9121498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6" name="OTLSHAPE_TB_00000000000000000000000000000000_Separator8">
            <a:extLst>
              <a:ext uri="{FF2B5EF4-FFF2-40B4-BE49-F238E27FC236}">
                <a16:creationId xmlns:a16="http://schemas.microsoft.com/office/drawing/2014/main" xmlns="" id="{2A84D2C5-F38E-4CEA-AC5F-3A99DC004413}"/>
              </a:ext>
            </a:extLst>
          </p:cNvPr>
          <p:cNvCxnSpPr/>
          <p:nvPr>
            <p:custDataLst>
              <p:tags r:id="rId78"/>
            </p:custDataLst>
          </p:nvPr>
        </p:nvCxnSpPr>
        <p:spPr>
          <a:xfrm>
            <a:off x="10188656" y="1811534"/>
            <a:ext cx="0" cy="203200"/>
          </a:xfrm>
          <a:prstGeom prst="line">
            <a:avLst/>
          </a:prstGeom>
          <a:ln w="9525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19" name="OTLSHAPE_M_5cb93c42c4ca4be89de13d38ebfbf34b_Shape">
            <a:extLst>
              <a:ext uri="{FF2B5EF4-FFF2-40B4-BE49-F238E27FC236}">
                <a16:creationId xmlns:a16="http://schemas.microsoft.com/office/drawing/2014/main" xmlns="" id="{32AAB29C-3E8B-4F47-9D40-A247761E4754}"/>
              </a:ext>
            </a:extLst>
          </p:cNvPr>
          <p:cNvSpPr/>
          <p:nvPr>
            <p:custDataLst>
              <p:tags r:id="rId79"/>
            </p:custDataLst>
          </p:nvPr>
        </p:nvSpPr>
        <p:spPr>
          <a:xfrm>
            <a:off x="1765720" y="1532134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22" name="OTLSHAPE_M_ce26170957a94899b810e6f3c6ef8ef5_Shape">
            <a:extLst>
              <a:ext uri="{FF2B5EF4-FFF2-40B4-BE49-F238E27FC236}">
                <a16:creationId xmlns:a16="http://schemas.microsoft.com/office/drawing/2014/main" xmlns="" id="{F6D9495A-C8E7-45AD-9C5E-34B8EBEBFE12}"/>
              </a:ext>
            </a:extLst>
          </p:cNvPr>
          <p:cNvSpPr/>
          <p:nvPr>
            <p:custDataLst>
              <p:tags r:id="rId80"/>
            </p:custDataLst>
          </p:nvPr>
        </p:nvSpPr>
        <p:spPr>
          <a:xfrm>
            <a:off x="10684108" y="1532134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17" name="OTLSHAPE_M_5cb93c42c4ca4be89de13d38ebfbf34b_Title">
            <a:extLst>
              <a:ext uri="{FF2B5EF4-FFF2-40B4-BE49-F238E27FC236}">
                <a16:creationId xmlns:a16="http://schemas.microsoft.com/office/drawing/2014/main" xmlns="" id="{AF8C81A9-85F3-4670-8088-38FC2A412D5A}"/>
              </a:ext>
            </a:extLst>
          </p:cNvPr>
          <p:cNvSpPr txBox="1"/>
          <p:nvPr>
            <p:custDataLst>
              <p:tags r:id="rId81"/>
            </p:custDataLst>
          </p:nvPr>
        </p:nvSpPr>
        <p:spPr>
          <a:xfrm>
            <a:off x="1390456" y="1168491"/>
            <a:ext cx="977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Project Approval</a:t>
            </a:r>
          </a:p>
        </p:txBody>
      </p:sp>
      <p:sp>
        <p:nvSpPr>
          <p:cNvPr id="1218" name="OTLSHAPE_M_5cb93c42c4ca4be89de13d38ebfbf34b_Date">
            <a:extLst>
              <a:ext uri="{FF2B5EF4-FFF2-40B4-BE49-F238E27FC236}">
                <a16:creationId xmlns:a16="http://schemas.microsoft.com/office/drawing/2014/main" xmlns="" id="{05ABB278-CC22-4D00-81D9-86B9B175B1E7}"/>
              </a:ext>
            </a:extLst>
          </p:cNvPr>
          <p:cNvSpPr txBox="1"/>
          <p:nvPr>
            <p:custDataLst>
              <p:tags r:id="rId82"/>
            </p:custDataLst>
          </p:nvPr>
        </p:nvSpPr>
        <p:spPr>
          <a:xfrm>
            <a:off x="1473344" y="1352277"/>
            <a:ext cx="895011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dirty="0">
                <a:solidFill>
                  <a:schemeClr val="dk2"/>
                </a:solidFill>
                <a:latin typeface="Calibri" panose="020F0502020204030204" pitchFamily="34" charset="0"/>
              </a:rPr>
              <a:t>28 - </a:t>
            </a:r>
            <a:r>
              <a:rPr lang="en-US" sz="1000" spc="-6" dirty="0" smtClean="0">
                <a:solidFill>
                  <a:schemeClr val="dk2"/>
                </a:solidFill>
                <a:latin typeface="Calibri" panose="020F0502020204030204" pitchFamily="34" charset="0"/>
              </a:rPr>
              <a:t>02- 2021</a:t>
            </a:r>
            <a:endParaRPr lang="en-US" sz="1000" spc="-6" dirty="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220" name="OTLSHAPE_M_ce26170957a94899b810e6f3c6ef8ef5_Title">
            <a:extLst>
              <a:ext uri="{FF2B5EF4-FFF2-40B4-BE49-F238E27FC236}">
                <a16:creationId xmlns:a16="http://schemas.microsoft.com/office/drawing/2014/main" xmlns="" id="{9023E8BD-2C55-49D0-AB7C-7475463024A7}"/>
              </a:ext>
            </a:extLst>
          </p:cNvPr>
          <p:cNvSpPr txBox="1"/>
          <p:nvPr>
            <p:custDataLst>
              <p:tags r:id="rId83"/>
            </p:custDataLst>
          </p:nvPr>
        </p:nvSpPr>
        <p:spPr>
          <a:xfrm>
            <a:off x="10147533" y="1168491"/>
            <a:ext cx="12954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6" dirty="0">
                <a:solidFill>
                  <a:schemeClr val="dk1"/>
                </a:solidFill>
                <a:latin typeface="Calibri" panose="020F0502020204030204" pitchFamily="34" charset="0"/>
              </a:rPr>
              <a:t>Handoff to Production</a:t>
            </a:r>
          </a:p>
        </p:txBody>
      </p:sp>
      <p:sp>
        <p:nvSpPr>
          <p:cNvPr id="1221" name="OTLSHAPE_M_ce26170957a94899b810e6f3c6ef8ef5_Date">
            <a:extLst>
              <a:ext uri="{FF2B5EF4-FFF2-40B4-BE49-F238E27FC236}">
                <a16:creationId xmlns:a16="http://schemas.microsoft.com/office/drawing/2014/main" xmlns="" id="{BBBD5E57-1B92-497F-8FC8-0A7989EF3CB3}"/>
              </a:ext>
            </a:extLst>
          </p:cNvPr>
          <p:cNvSpPr txBox="1"/>
          <p:nvPr>
            <p:custDataLst>
              <p:tags r:id="rId84"/>
            </p:custDataLst>
          </p:nvPr>
        </p:nvSpPr>
        <p:spPr>
          <a:xfrm>
            <a:off x="10442067" y="1351709"/>
            <a:ext cx="711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dirty="0">
                <a:solidFill>
                  <a:schemeClr val="dk2"/>
                </a:solidFill>
                <a:latin typeface="Calibri" panose="020F0502020204030204" pitchFamily="34" charset="0"/>
              </a:rPr>
              <a:t>27 - </a:t>
            </a:r>
            <a:r>
              <a:rPr lang="en-US" sz="1000" spc="-6" dirty="0" smtClean="0">
                <a:solidFill>
                  <a:schemeClr val="dk2"/>
                </a:solidFill>
                <a:latin typeface="Calibri" panose="020F0502020204030204" pitchFamily="34" charset="0"/>
              </a:rPr>
              <a:t>05 </a:t>
            </a:r>
            <a:r>
              <a:rPr lang="en-US" sz="1000" spc="-6" dirty="0">
                <a:solidFill>
                  <a:schemeClr val="dk2"/>
                </a:solidFill>
                <a:latin typeface="Calibri" panose="020F0502020204030204" pitchFamily="34" charset="0"/>
              </a:rPr>
              <a:t>- 2021</a:t>
            </a:r>
          </a:p>
        </p:txBody>
      </p:sp>
      <p:sp>
        <p:nvSpPr>
          <p:cNvPr id="119" name="OTLSHAPE_SL_b494066f3b51443792ad7e945bb2e0bb_HeaderRectangle">
            <a:extLst>
              <a:ext uri="{FF2B5EF4-FFF2-40B4-BE49-F238E27FC236}">
                <a16:creationId xmlns:a16="http://schemas.microsoft.com/office/drawing/2014/main" xmlns="" id="{C76E9011-9F99-4371-AB7F-28DBA882FFC2}"/>
              </a:ext>
            </a:extLst>
          </p:cNvPr>
          <p:cNvSpPr/>
          <p:nvPr>
            <p:custDataLst>
              <p:tags r:id="rId85"/>
            </p:custDataLst>
          </p:nvPr>
        </p:nvSpPr>
        <p:spPr>
          <a:xfrm>
            <a:off x="112156" y="5559679"/>
            <a:ext cx="1422400" cy="643734"/>
          </a:xfrm>
          <a:prstGeom prst="rect">
            <a:avLst/>
          </a:prstGeom>
          <a:solidFill>
            <a:schemeClr val="accent6">
              <a:alpha val="49804"/>
            </a:schemeClr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1200" b="1" dirty="0">
                <a:solidFill>
                  <a:schemeClr val="tx1"/>
                </a:solidFill>
              </a:rPr>
              <a:t>optimisations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122" name="OTLSHAPE_SLT_bf5ec3bb92844330b37b9e6940186a3e_Shape">
            <a:extLst>
              <a:ext uri="{FF2B5EF4-FFF2-40B4-BE49-F238E27FC236}">
                <a16:creationId xmlns:a16="http://schemas.microsoft.com/office/drawing/2014/main" xmlns="" id="{1654CE4C-E64B-4BEF-A66E-320B3F6B1702}"/>
              </a:ext>
            </a:extLst>
          </p:cNvPr>
          <p:cNvSpPr/>
          <p:nvPr>
            <p:custDataLst>
              <p:tags r:id="rId86"/>
            </p:custDataLst>
          </p:nvPr>
        </p:nvSpPr>
        <p:spPr>
          <a:xfrm>
            <a:off x="4052591" y="4070953"/>
            <a:ext cx="1836112" cy="216493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197" name="OTLSHAPE_SLT_d041283d8f3c4122b11f3269142dbb8d_Shape">
            <a:extLst>
              <a:ext uri="{FF2B5EF4-FFF2-40B4-BE49-F238E27FC236}">
                <a16:creationId xmlns:a16="http://schemas.microsoft.com/office/drawing/2014/main" xmlns="" id="{2FB23082-3924-4A5A-9102-CC3A503307EA}"/>
              </a:ext>
            </a:extLst>
          </p:cNvPr>
          <p:cNvSpPr/>
          <p:nvPr>
            <p:custDataLst>
              <p:tags r:id="rId87"/>
            </p:custDataLst>
          </p:nvPr>
        </p:nvSpPr>
        <p:spPr>
          <a:xfrm>
            <a:off x="1669360" y="3140816"/>
            <a:ext cx="1181506" cy="256685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6" name="OTLSHAPE_SLT_bf5ec3bb92844330b37b9e6940186a3e_Shape">
            <a:extLst>
              <a:ext uri="{FF2B5EF4-FFF2-40B4-BE49-F238E27FC236}">
                <a16:creationId xmlns:a16="http://schemas.microsoft.com/office/drawing/2014/main" xmlns="" id="{DC23E9AF-1F5F-49C1-A123-89491D7B1AD9}"/>
              </a:ext>
            </a:extLst>
          </p:cNvPr>
          <p:cNvSpPr/>
          <p:nvPr>
            <p:custDataLst>
              <p:tags r:id="rId88"/>
            </p:custDataLst>
          </p:nvPr>
        </p:nvSpPr>
        <p:spPr>
          <a:xfrm>
            <a:off x="6250739" y="4328509"/>
            <a:ext cx="736443" cy="235840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7" name="OTLSHAPE_SLT_966516fbb7fe42e78d38d95e46a17583_Title">
            <a:extLst>
              <a:ext uri="{FF2B5EF4-FFF2-40B4-BE49-F238E27FC236}">
                <a16:creationId xmlns:a16="http://schemas.microsoft.com/office/drawing/2014/main" xmlns="" id="{6CC75B0C-74CF-455A-AB89-F535B1101694}"/>
              </a:ext>
            </a:extLst>
          </p:cNvPr>
          <p:cNvSpPr txBox="1"/>
          <p:nvPr>
            <p:custDataLst>
              <p:tags r:id="rId89"/>
            </p:custDataLst>
          </p:nvPr>
        </p:nvSpPr>
        <p:spPr>
          <a:xfrm>
            <a:off x="2886946" y="3133743"/>
            <a:ext cx="723900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r"/>
            <a:r>
              <a:rPr lang="fr-FR" sz="1200" b="1" dirty="0"/>
              <a:t>Kubernetes</a:t>
            </a:r>
            <a:endParaRPr lang="en-US" sz="1200" b="1" spc="-6" dirty="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208" name="OTLSHAPE_SLT_966516fbb7fe42e78d38d95e46a17583_Title">
            <a:extLst>
              <a:ext uri="{FF2B5EF4-FFF2-40B4-BE49-F238E27FC236}">
                <a16:creationId xmlns:a16="http://schemas.microsoft.com/office/drawing/2014/main" xmlns="" id="{1F7C9DE3-C821-430F-97EF-21143F37D21D}"/>
              </a:ext>
            </a:extLst>
          </p:cNvPr>
          <p:cNvSpPr txBox="1"/>
          <p:nvPr>
            <p:custDataLst>
              <p:tags r:id="rId90"/>
            </p:custDataLst>
          </p:nvPr>
        </p:nvSpPr>
        <p:spPr>
          <a:xfrm>
            <a:off x="4203198" y="3413257"/>
            <a:ext cx="1579405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fr-FR" sz="1200" b="1" dirty="0"/>
              <a:t>OVH Cloud Platform</a:t>
            </a:r>
            <a:endParaRPr lang="en-US" sz="1200" b="1" dirty="0"/>
          </a:p>
        </p:txBody>
      </p:sp>
      <p:sp>
        <p:nvSpPr>
          <p:cNvPr id="209" name="OTLSHAPE_SLT_966516fbb7fe42e78d38d95e46a17583_Title">
            <a:extLst>
              <a:ext uri="{FF2B5EF4-FFF2-40B4-BE49-F238E27FC236}">
                <a16:creationId xmlns:a16="http://schemas.microsoft.com/office/drawing/2014/main" xmlns="" id="{255E1513-4E3E-4ADE-AB95-0B8EB818D48F}"/>
              </a:ext>
            </a:extLst>
          </p:cNvPr>
          <p:cNvSpPr txBox="1"/>
          <p:nvPr>
            <p:custDataLst>
              <p:tags r:id="rId91"/>
            </p:custDataLst>
          </p:nvPr>
        </p:nvSpPr>
        <p:spPr>
          <a:xfrm>
            <a:off x="2271441" y="4072132"/>
            <a:ext cx="1756695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fr-FR" sz="1200" b="1" dirty="0"/>
              <a:t>Kubernetes- déploiement</a:t>
            </a:r>
            <a:endParaRPr lang="en-US" sz="1200" b="1" dirty="0"/>
          </a:p>
        </p:txBody>
      </p:sp>
      <p:sp>
        <p:nvSpPr>
          <p:cNvPr id="210" name="OTLSHAPE_SLT_a5c61adb4e234cd6a6999ae92167f5da_Shape">
            <a:extLst>
              <a:ext uri="{FF2B5EF4-FFF2-40B4-BE49-F238E27FC236}">
                <a16:creationId xmlns:a16="http://schemas.microsoft.com/office/drawing/2014/main" xmlns="" id="{54CF7C23-359C-4128-BC1B-8C6B947C3214}"/>
              </a:ext>
            </a:extLst>
          </p:cNvPr>
          <p:cNvSpPr/>
          <p:nvPr>
            <p:custDataLst>
              <p:tags r:id="rId92"/>
            </p:custDataLst>
          </p:nvPr>
        </p:nvSpPr>
        <p:spPr>
          <a:xfrm>
            <a:off x="9095725" y="5559679"/>
            <a:ext cx="1346342" cy="254682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3" name="OTLSHAPE_SLT_966516fbb7fe42e78d38d95e46a17583_Title">
            <a:extLst>
              <a:ext uri="{FF2B5EF4-FFF2-40B4-BE49-F238E27FC236}">
                <a16:creationId xmlns:a16="http://schemas.microsoft.com/office/drawing/2014/main" xmlns="" id="{4C5BA15E-B168-4246-8B37-0859D54A3F79}"/>
              </a:ext>
            </a:extLst>
          </p:cNvPr>
          <p:cNvSpPr txBox="1"/>
          <p:nvPr>
            <p:custDataLst>
              <p:tags r:id="rId93"/>
            </p:custDataLst>
          </p:nvPr>
        </p:nvSpPr>
        <p:spPr>
          <a:xfrm>
            <a:off x="4075136" y="4345765"/>
            <a:ext cx="2126706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</a:rPr>
              <a:t>Migration des données vers OVH</a:t>
            </a:r>
            <a:endParaRPr lang="en-US" sz="1200" b="1" dirty="0"/>
          </a:p>
        </p:txBody>
      </p:sp>
      <p:sp>
        <p:nvSpPr>
          <p:cNvPr id="214" name="OTLSHAPE_SLT_966516fbb7fe42e78d38d95e46a17583_Title">
            <a:extLst>
              <a:ext uri="{FF2B5EF4-FFF2-40B4-BE49-F238E27FC236}">
                <a16:creationId xmlns:a16="http://schemas.microsoft.com/office/drawing/2014/main" xmlns="" id="{B5F29445-1829-4A65-B4CD-320E739ABE2D}"/>
              </a:ext>
            </a:extLst>
          </p:cNvPr>
          <p:cNvSpPr txBox="1"/>
          <p:nvPr>
            <p:custDataLst>
              <p:tags r:id="rId94"/>
            </p:custDataLst>
          </p:nvPr>
        </p:nvSpPr>
        <p:spPr>
          <a:xfrm>
            <a:off x="6420878" y="3412765"/>
            <a:ext cx="1756695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Object storage + swift</a:t>
            </a:r>
            <a:endParaRPr lang="en-US" sz="1200" b="1" dirty="0"/>
          </a:p>
        </p:txBody>
      </p:sp>
      <p:sp>
        <p:nvSpPr>
          <p:cNvPr id="215" name="OTLSHAPE_SLT_966516fbb7fe42e78d38d95e46a17583_Title">
            <a:extLst>
              <a:ext uri="{FF2B5EF4-FFF2-40B4-BE49-F238E27FC236}">
                <a16:creationId xmlns:a16="http://schemas.microsoft.com/office/drawing/2014/main" xmlns="" id="{FF1F7BA4-4D7F-4670-9468-797407423644}"/>
              </a:ext>
            </a:extLst>
          </p:cNvPr>
          <p:cNvSpPr txBox="1"/>
          <p:nvPr>
            <p:custDataLst>
              <p:tags r:id="rId95"/>
            </p:custDataLst>
          </p:nvPr>
        </p:nvSpPr>
        <p:spPr>
          <a:xfrm>
            <a:off x="3294986" y="4687028"/>
            <a:ext cx="4943227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</a:rPr>
              <a:t>Reroutage des programmes utilisant l’espace de stockage</a:t>
            </a:r>
            <a:endParaRPr lang="en-US" sz="1200" b="1" dirty="0"/>
          </a:p>
        </p:txBody>
      </p:sp>
      <p:sp>
        <p:nvSpPr>
          <p:cNvPr id="216" name="OTLSHAPE_SLT_bf5ec3bb92844330b37b9e6940186a3e_Shape">
            <a:extLst>
              <a:ext uri="{FF2B5EF4-FFF2-40B4-BE49-F238E27FC236}">
                <a16:creationId xmlns:a16="http://schemas.microsoft.com/office/drawing/2014/main" xmlns="" id="{1646DB3F-9352-41C7-9C52-E7FBBB5B89BB}"/>
              </a:ext>
            </a:extLst>
          </p:cNvPr>
          <p:cNvSpPr/>
          <p:nvPr>
            <p:custDataLst>
              <p:tags r:id="rId96"/>
            </p:custDataLst>
          </p:nvPr>
        </p:nvSpPr>
        <p:spPr>
          <a:xfrm>
            <a:off x="6987182" y="4681723"/>
            <a:ext cx="266774" cy="200324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17" name="OTLSHAPE_SLT_bf5ec3bb92844330b37b9e6940186a3e_Shape">
            <a:extLst>
              <a:ext uri="{FF2B5EF4-FFF2-40B4-BE49-F238E27FC236}">
                <a16:creationId xmlns:a16="http://schemas.microsoft.com/office/drawing/2014/main" xmlns="" id="{9CE376A2-1683-4289-A658-DF351C2A369C}"/>
              </a:ext>
            </a:extLst>
          </p:cNvPr>
          <p:cNvSpPr/>
          <p:nvPr>
            <p:custDataLst>
              <p:tags r:id="rId97"/>
            </p:custDataLst>
          </p:nvPr>
        </p:nvSpPr>
        <p:spPr>
          <a:xfrm>
            <a:off x="7269959" y="3620661"/>
            <a:ext cx="266774" cy="200324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18" name="OTLSHAPE_SLT_966516fbb7fe42e78d38d95e46a17583_Title">
            <a:extLst>
              <a:ext uri="{FF2B5EF4-FFF2-40B4-BE49-F238E27FC236}">
                <a16:creationId xmlns:a16="http://schemas.microsoft.com/office/drawing/2014/main" xmlns="" id="{54DD2392-3F34-4581-9E30-AC5539979A30}"/>
              </a:ext>
            </a:extLst>
          </p:cNvPr>
          <p:cNvSpPr txBox="1"/>
          <p:nvPr>
            <p:custDataLst>
              <p:tags r:id="rId98"/>
            </p:custDataLst>
          </p:nvPr>
        </p:nvSpPr>
        <p:spPr>
          <a:xfrm>
            <a:off x="7641105" y="3616111"/>
            <a:ext cx="1756695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OpenID Connect</a:t>
            </a:r>
            <a:endParaRPr lang="en-US" sz="1200" b="1" dirty="0"/>
          </a:p>
        </p:txBody>
      </p:sp>
      <p:sp>
        <p:nvSpPr>
          <p:cNvPr id="219" name="OTLSHAPE_SLT_bf5ec3bb92844330b37b9e6940186a3e_Shape">
            <a:extLst>
              <a:ext uri="{FF2B5EF4-FFF2-40B4-BE49-F238E27FC236}">
                <a16:creationId xmlns:a16="http://schemas.microsoft.com/office/drawing/2014/main" xmlns="" id="{49F519D8-65BC-4CFC-991A-6415DB4D785F}"/>
              </a:ext>
            </a:extLst>
          </p:cNvPr>
          <p:cNvSpPr/>
          <p:nvPr>
            <p:custDataLst>
              <p:tags r:id="rId99"/>
            </p:custDataLst>
          </p:nvPr>
        </p:nvSpPr>
        <p:spPr>
          <a:xfrm>
            <a:off x="8054340" y="5204900"/>
            <a:ext cx="994389" cy="235839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21" name="OTLSHAPE_SLT_966516fbb7fe42e78d38d95e46a17583_Title">
            <a:extLst>
              <a:ext uri="{FF2B5EF4-FFF2-40B4-BE49-F238E27FC236}">
                <a16:creationId xmlns:a16="http://schemas.microsoft.com/office/drawing/2014/main" xmlns="" id="{DAD532B8-41AA-4CFB-A7B9-986AA1B26CDC}"/>
              </a:ext>
            </a:extLst>
          </p:cNvPr>
          <p:cNvSpPr txBox="1"/>
          <p:nvPr>
            <p:custDataLst>
              <p:tags r:id="rId100"/>
            </p:custDataLst>
          </p:nvPr>
        </p:nvSpPr>
        <p:spPr>
          <a:xfrm>
            <a:off x="3910973" y="5230486"/>
            <a:ext cx="4943227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ntégration d’</a:t>
            </a:r>
            <a:r>
              <a:rPr lang="en-US" sz="1200" b="1" i="0" u="none" strike="noStrike" dirty="0">
                <a:solidFill>
                  <a:srgbClr val="000000"/>
                </a:solidFill>
                <a:effectLst/>
              </a:rPr>
              <a:t>OpenID</a:t>
            </a: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 pour l'authentification du </a:t>
            </a:r>
            <a:r>
              <a:rPr lang="fr-FR" sz="1200" b="1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torage + Aideal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3" name="OTLSHAPE_SLT_966516fbb7fe42e78d38d95e46a17583_Title">
            <a:extLst>
              <a:ext uri="{FF2B5EF4-FFF2-40B4-BE49-F238E27FC236}">
                <a16:creationId xmlns:a16="http://schemas.microsoft.com/office/drawing/2014/main" xmlns="" id="{4F1EE67F-81C0-4BCF-B1DD-9C3198853717}"/>
              </a:ext>
            </a:extLst>
          </p:cNvPr>
          <p:cNvSpPr txBox="1"/>
          <p:nvPr>
            <p:custDataLst>
              <p:tags r:id="rId101"/>
            </p:custDataLst>
          </p:nvPr>
        </p:nvSpPr>
        <p:spPr>
          <a:xfrm>
            <a:off x="4259925" y="5598775"/>
            <a:ext cx="5488286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Passage d’un bucket par client à un bucket de routage + bucket de stockage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4" name="OTLSHAPE_SLT_a5c61adb4e234cd6a6999ae92167f5da_Shape">
            <a:extLst>
              <a:ext uri="{FF2B5EF4-FFF2-40B4-BE49-F238E27FC236}">
                <a16:creationId xmlns:a16="http://schemas.microsoft.com/office/drawing/2014/main" xmlns="" id="{77476DC1-D5C4-43D4-9723-102FB274E87A}"/>
              </a:ext>
            </a:extLst>
          </p:cNvPr>
          <p:cNvSpPr/>
          <p:nvPr>
            <p:custDataLst>
              <p:tags r:id="rId102"/>
            </p:custDataLst>
          </p:nvPr>
        </p:nvSpPr>
        <p:spPr>
          <a:xfrm>
            <a:off x="10393250" y="5888536"/>
            <a:ext cx="797896" cy="204650"/>
          </a:xfrm>
          <a:prstGeom prst="homePlate">
            <a:avLst/>
          </a:prstGeom>
          <a:solidFill>
            <a:schemeClr val="accent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5" name="OTLSHAPE_SLT_966516fbb7fe42e78d38d95e46a17583_Title">
            <a:extLst>
              <a:ext uri="{FF2B5EF4-FFF2-40B4-BE49-F238E27FC236}">
                <a16:creationId xmlns:a16="http://schemas.microsoft.com/office/drawing/2014/main" xmlns="" id="{5B702C64-B2BA-4B2E-8A51-E03D8C33410A}"/>
              </a:ext>
            </a:extLst>
          </p:cNvPr>
          <p:cNvSpPr txBox="1"/>
          <p:nvPr>
            <p:custDataLst>
              <p:tags r:id="rId103"/>
            </p:custDataLst>
          </p:nvPr>
        </p:nvSpPr>
        <p:spPr>
          <a:xfrm>
            <a:off x="6463950" y="5879361"/>
            <a:ext cx="4511664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Optimisation de la stratégie d’analyse des rapports – Partie 1</a:t>
            </a:r>
            <a:endParaRPr lang="en-US" sz="12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27" name="OTLSHAPE_SLT_966516fbb7fe42e78d38d95e46a17583_Title">
            <a:extLst>
              <a:ext uri="{FF2B5EF4-FFF2-40B4-BE49-F238E27FC236}">
                <a16:creationId xmlns:a16="http://schemas.microsoft.com/office/drawing/2014/main" xmlns="" id="{0AA49FDF-A188-4016-BCCB-7307AE09CF25}"/>
              </a:ext>
            </a:extLst>
          </p:cNvPr>
          <p:cNvSpPr txBox="1"/>
          <p:nvPr>
            <p:custDataLst>
              <p:tags r:id="rId104"/>
            </p:custDataLst>
          </p:nvPr>
        </p:nvSpPr>
        <p:spPr>
          <a:xfrm>
            <a:off x="4052591" y="4945964"/>
            <a:ext cx="4943227" cy="184666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fr-FR" sz="1200" b="1" i="0" u="none" strike="noStrike" dirty="0">
                <a:solidFill>
                  <a:srgbClr val="000000"/>
                </a:solidFill>
                <a:effectLst/>
              </a:rPr>
              <a:t>Changement d’API d’accès à l’espace de stockage</a:t>
            </a:r>
            <a:endParaRPr lang="en-US" sz="1200" b="1" dirty="0"/>
          </a:p>
        </p:txBody>
      </p:sp>
      <p:sp>
        <p:nvSpPr>
          <p:cNvPr id="228" name="OTLSHAPE_SLT_bf5ec3bb92844330b37b9e6940186a3e_Shape">
            <a:extLst>
              <a:ext uri="{FF2B5EF4-FFF2-40B4-BE49-F238E27FC236}">
                <a16:creationId xmlns:a16="http://schemas.microsoft.com/office/drawing/2014/main" xmlns="" id="{1D0DAF12-63B4-4A92-AD4D-4356C84C7A2F}"/>
              </a:ext>
            </a:extLst>
          </p:cNvPr>
          <p:cNvSpPr/>
          <p:nvPr>
            <p:custDataLst>
              <p:tags r:id="rId105"/>
            </p:custDataLst>
          </p:nvPr>
        </p:nvSpPr>
        <p:spPr>
          <a:xfrm>
            <a:off x="7253957" y="4897280"/>
            <a:ext cx="800384" cy="250057"/>
          </a:xfrm>
          <a:prstGeom prst="roundRect">
            <a:avLst/>
          </a:prstGeom>
          <a:solidFill>
            <a:schemeClr val="accent5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 b="1" dirty="0"/>
          </a:p>
        </p:txBody>
      </p:sp>
      <p:sp>
        <p:nvSpPr>
          <p:cNvPr id="20" name="Titre 19">
            <a:extLst>
              <a:ext uri="{FF2B5EF4-FFF2-40B4-BE49-F238E27FC236}">
                <a16:creationId xmlns:a16="http://schemas.microsoft.com/office/drawing/2014/main" xmlns="" id="{D64AB59C-792A-4AE2-A26A-A436EF3AE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5241" y="10471"/>
            <a:ext cx="10515600" cy="1325563"/>
          </a:xfrm>
        </p:spPr>
        <p:txBody>
          <a:bodyPr/>
          <a:lstStyle/>
          <a:p>
            <a:pPr algn="ctr"/>
            <a:r>
              <a:rPr lang="fr-FR" b="1" dirty="0"/>
              <a:t>Planning</a:t>
            </a:r>
            <a:endParaRPr lang="en-US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857852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ous-titre 3">
            <a:extLst>
              <a:ext uri="{FF2B5EF4-FFF2-40B4-BE49-F238E27FC236}">
                <a16:creationId xmlns:a16="http://schemas.microsoft.com/office/drawing/2014/main" xmlns="" id="{4E1240A6-4085-4D76-8930-BD55A691CF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47934" y="1726163"/>
            <a:ext cx="9144000" cy="4931229"/>
          </a:xfrm>
        </p:spPr>
        <p:txBody>
          <a:bodyPr/>
          <a:lstStyle/>
          <a:p>
            <a:pPr algn="l"/>
            <a:r>
              <a:rPr lang="fr-FR" dirty="0" smtClean="0"/>
              <a:t>Suite à notre réunion  avec Hugo </a:t>
            </a:r>
            <a:r>
              <a:rPr lang="fr-FR" dirty="0"/>
              <a:t>et </a:t>
            </a:r>
            <a:r>
              <a:rPr lang="fr-FR" dirty="0" err="1"/>
              <a:t>Sezai</a:t>
            </a:r>
            <a:r>
              <a:rPr lang="fr-FR" dirty="0"/>
              <a:t> </a:t>
            </a:r>
            <a:r>
              <a:rPr lang="fr-FR" dirty="0" err="1"/>
              <a:t>Koc</a:t>
            </a:r>
            <a:r>
              <a:rPr lang="fr-FR" dirty="0"/>
              <a:t> </a:t>
            </a:r>
            <a:r>
              <a:rPr lang="fr-FR" dirty="0" smtClean="0"/>
              <a:t>(Cloud </a:t>
            </a:r>
            <a:r>
              <a:rPr lang="fr-FR" dirty="0" err="1" smtClean="0"/>
              <a:t>architect</a:t>
            </a:r>
            <a:r>
              <a:rPr lang="fr-FR" dirty="0" smtClean="0"/>
              <a:t> Google) et  Christopher </a:t>
            </a:r>
            <a:r>
              <a:rPr lang="fr-FR" dirty="0" err="1"/>
              <a:t>Apedo</a:t>
            </a:r>
            <a:r>
              <a:rPr lang="fr-FR" dirty="0"/>
              <a:t>-Amah (Cloud </a:t>
            </a:r>
            <a:r>
              <a:rPr lang="fr-FR" dirty="0" err="1"/>
              <a:t>architect</a:t>
            </a:r>
            <a:r>
              <a:rPr lang="fr-FR" dirty="0"/>
              <a:t> OVH) </a:t>
            </a:r>
            <a:r>
              <a:rPr lang="fr-FR" dirty="0" smtClean="0"/>
              <a:t>, nous nous somme orienté vers France </a:t>
            </a:r>
            <a:r>
              <a:rPr lang="fr-FR" dirty="0" err="1" smtClean="0"/>
              <a:t>connect</a:t>
            </a:r>
            <a:r>
              <a:rPr lang="fr-FR" dirty="0" smtClean="0"/>
              <a:t> afin de l’utiliser pour l’authentification.</a:t>
            </a:r>
          </a:p>
          <a:p>
            <a:pPr algn="l"/>
            <a:r>
              <a:rPr lang="fr-FR" dirty="0" smtClean="0"/>
              <a:t>Nous nous somme rendu compte qu’il est pas possible d’utiliser France </a:t>
            </a:r>
            <a:r>
              <a:rPr lang="fr-FR" dirty="0" err="1" smtClean="0"/>
              <a:t>connect</a:t>
            </a:r>
            <a:r>
              <a:rPr lang="fr-FR" dirty="0" smtClean="0"/>
              <a:t>.</a:t>
            </a:r>
          </a:p>
          <a:p>
            <a:pPr algn="l"/>
            <a:endParaRPr lang="fr-FR" dirty="0" smtClean="0"/>
          </a:p>
          <a:p>
            <a:pPr algn="l"/>
            <a:r>
              <a:rPr lang="fr-FR" dirty="0" smtClean="0"/>
              <a:t>En attendant la release de « </a:t>
            </a:r>
            <a:r>
              <a:rPr lang="fr-FR" dirty="0" err="1"/>
              <a:t>Anthos</a:t>
            </a:r>
            <a:r>
              <a:rPr lang="fr-FR" dirty="0"/>
              <a:t> </a:t>
            </a:r>
            <a:r>
              <a:rPr lang="fr-FR" dirty="0" smtClean="0"/>
              <a:t> » qui consiste à proposer au entreprise une API développé par les ingénieurs de Google  via OVH. </a:t>
            </a:r>
          </a:p>
          <a:p>
            <a:pPr algn="l"/>
            <a:endParaRPr lang="fr-FR" dirty="0"/>
          </a:p>
          <a:p>
            <a:pPr algn="l"/>
            <a:r>
              <a:rPr lang="fr-FR" dirty="0"/>
              <a:t>Nous proposant de cadencer dans le temps cette migration de façon à ce qu’on aie un system très performant. Par suite, nous allons continuer à utiliser Google comme une période de test. </a:t>
            </a:r>
            <a:endParaRPr lang="en-US" dirty="0"/>
          </a:p>
          <a:p>
            <a:pPr algn="l"/>
            <a:endParaRPr lang="fr-FR" dirty="0" smtClean="0"/>
          </a:p>
        </p:txBody>
      </p:sp>
      <p:sp>
        <p:nvSpPr>
          <p:cNvPr id="5" name="Titre 19">
            <a:extLst>
              <a:ext uri="{FF2B5EF4-FFF2-40B4-BE49-F238E27FC236}">
                <a16:creationId xmlns:a16="http://schemas.microsoft.com/office/drawing/2014/main" xmlns="" id="{9BBE7F87-2EAF-41B5-A210-E78C289B85BB}"/>
              </a:ext>
            </a:extLst>
          </p:cNvPr>
          <p:cNvSpPr txBox="1">
            <a:spLocks/>
          </p:cNvSpPr>
          <p:nvPr/>
        </p:nvSpPr>
        <p:spPr>
          <a:xfrm>
            <a:off x="845241" y="10471"/>
            <a:ext cx="10515600" cy="9599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fr-FR" sz="4400" b="1" dirty="0" smtClean="0">
                <a:solidFill>
                  <a:srgbClr val="201F1E"/>
                </a:solidFill>
              </a:rPr>
              <a:t>Incident: France </a:t>
            </a:r>
            <a:r>
              <a:rPr lang="fr-FR" sz="4400" b="1" dirty="0" err="1">
                <a:solidFill>
                  <a:srgbClr val="201F1E"/>
                </a:solidFill>
              </a:rPr>
              <a:t>c</a:t>
            </a:r>
            <a:r>
              <a:rPr lang="fr-FR" sz="4400" b="1" dirty="0" err="1" smtClean="0">
                <a:solidFill>
                  <a:srgbClr val="201F1E"/>
                </a:solidFill>
              </a:rPr>
              <a:t>onnect</a:t>
            </a:r>
            <a:endParaRPr lang="en-US" sz="4400" b="1" dirty="0"/>
          </a:p>
        </p:txBody>
      </p:sp>
    </p:spTree>
    <p:extLst>
      <p:ext uri="{BB962C8B-B14F-4D97-AF65-F5344CB8AC3E}">
        <p14:creationId xmlns:p14="http://schemas.microsoft.com/office/powerpoint/2010/main" val="19691724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_PART_0" val="eyIkaWQiOiIxIiwiQ3VsdHVyZUluZm9OYW1lIjoiZW4tVVMiLCJTdHlsZU5hbWUiOiJHYW50dCIsIlZlcnNpb24iOnsiJGlkIjoiMiIsIlZlcnNpb24iOiIzLjMuMiIsIk9yaWdpbmFsQXNzZW1ibHlWZXJzaW9uIjoiMy4wMC4wNC4wMCIsIkVkaXRpb24iOiJGcmVlIiwiSXNQbHVzRWRpdGlvbiI6ZmFsc2UsIklzUHJvRWRpdGlvbiI6ZmFsc2V9LCJFZmZlY3QiOjEsIlN0eWxlIjp7IiRpZCI6IjMiLCJUaW1lYmFuZFN0eWxlIjp7IiRpZCI6IjQiLCJTY2FsZU1hcmtpbmciOjAsIlNoYXBlIjowLCJTaGFwZVN0eWxlIjp7IiRpZCI6IjUiLCJNYXJnaW4iOnsiJGlkIjoiNiIsIlRvcCI6MCwiTGVmdCI6MTIsIlJpZ2h0IjoxMiwiQm90dG9tIjowfSwiUGFkZGluZyI6eyIkaWQiOiI3IiwiVG9wIjo3LCJMZWZ0IjowLCJSaWdodCI6MCwiQm90dG9tIjo3fSwiQmFja2dyb3VuZCI6eyIkaWQiOiI4IiwiQ29sb3IiOnsiJGlkIjoiOSIsIkEiOjI1NSwiUiI6OTQsIkciOjk0LCJCIjo5NH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yMCwiRm9udE5hbWUiOiJDYWxpYnJpIiwiSXNCb2xkIjp0cnVlLCJJc0l0YWxpYyI6ZmFsc2UsIklzVW5kZXJsaW5lZCI6ZmFsc2UsIlBhcmVudFN0eWxlIjpudWxsfSwiQXV0b1NpemUiOjAsIkZvcmVncm91bmQiOnsiJGlkIjoiMTUiLCJDb2xvciI6eyIkaWQiOiIxNiIsIkEiOjI1NSwiUiI6MjM3LCJHIjoxMjUsIkIiOjQ5fX0sIk1heFdpZHRoIjoiSW5maW5pdHkiLCJNYXhIZWlnaHQiOiJJbmZpbml0eSIsIlNtYXJ0Rm9yZWdyb3VuZElzQWN0aXZlIjpmYWxzZSwiSG9yaXpvbnRhbEFsaWdubWVudCI6MCwiVmVydGljYWxBbGlnbm1lbnQiOjAsIlNtYXJ0Rm9yZWdyb3VuZCI6bnVsbCwiQmFja2dyb3VuZEZpbGxUeXBlIjowLCJNYXJnaW4iOnsiJGlkIjoiMTciLCJUb3AiOjAsIkxlZnQiOjAsIlJpZ2h0IjoyNSwiQm90dG9tIjowfSwiUGFkZGluZyI6eyIkaWQiOiIxOCIsIlRvcCI6MCwiTGVmdCI6MCwiUmlnaHQiOjAsIkJvdHRvbSI6MH0sIkJhY2tncm91bmQiOnsiJGlkIjoiMTkiLCJDb2xvciI6eyIkaWQiOiIyMCIsIkEiOjg5LCJSIjowLCJHIjowLCJCIjowfX0sIklzVmlzaWJsZSI6dHJ1ZSwiV2lkdGgiOjAuMCwiSGVpZ2h0IjowLjAsIkJvcmRlclN0eWxlIjpudWxsLCJQYXJlbnRTdHlsZSI6bnVsbH0sIkxlZnRFbmRDYXBzU3R5bGUiOnsiJGlkIjoiMjEiLCJGb250U2V0dGluZ3MiOnsiJGlkIjoiMjIiLCJGb250U2l6ZSI6NDQsIkZvbnROYW1lIjoiQ2FsaWJyaSIsIklzQm9sZCI6dHJ1ZSwiSXNJdGFsaWMiOmZhbHNlLCJJc1VuZGVybGluZWQiOmZhbHNlLCJQYXJlbnRTdHlsZSI6bnVsbH0sIkF1dG9TaXplIjowLCJGb3JlZ3JvdW5kIjp7IiRpZCI6IjIzIiwiQ29sb3IiOnsiJGlkIjoiMjQiLCJBIjoyNTUsIlIiOjIzNywiRyI6MTI1LCJCIjo0OX19LCJNYXhXaWR0aCI6IkluZmluaXR5IiwiTWF4SGVpZ2h0IjoiSW5maW5pdHkiLCJTbWFydEZvcmVncm91bmRJc0FjdGl2ZSI6ZmFsc2UsIkhvcml6b250YWxBbGlnbm1lbnQiOjAsIlZlcnRpY2FsQWxpZ25tZW50IjowLCJTbWFydEZvcmVncm91bmQiOm51bGwsIkJhY2tncm91bmRGaWxsVHlwZSI6MCwiTWFyZ2luIjp7IiRpZCI6IjI1IiwiVG9wIjowLCJMZWZ0IjoyNSwiUmlnaHQiOjAsIkJvdHRvbSI6MH0sIlBhZGRpbmciOnsiJGlkIjoiMjYiLCJUb3AiOjAsIkxlZnQiOjAsIlJpZ2h0IjowLCJCb3R0b20iOjB9LCJCYWNrZ3JvdW5kIjp7IiRpZCI6IjI3IiwiQ29sb3IiOnsiJHJlZiI6IjIwIn19LCJJc1Zpc2libGUiOmZhbHNlLCJXaWR0aCI6MC4wLCJIZWlnaHQiOjAuMCwiQm9yZGVyU3R5bGUiOm51bGwsIlBhcmVudFN0eWxlIjpudWxsfSwiVG9kYXlUZXh0U3R5bGUiOnsiJGlkIjoiMjgiLCJGb250U2V0dGluZ3MiOnsiJGlkIjoiMjkiLCJGb250U2l6ZSI6MTIsIkZvbnROYW1lIjoiQ2FsaWJyaSIsIklzQm9sZCI6ZmFsc2UsIklzSXRhbGljIjpmYWxzZSwiSXNVbmRlcmxpbmVkIjpmYWxzZSwiUGFyZW50U3R5bGUiOm51bGx9LCJBdXRvU2l6ZSI6MCwiRm9yZWdyb3VuZCI6eyIkaWQiOiIzMCIsIkNvbG9yIjp7IiRpZCI6IjMxIiwiQSI6MjU1LCJSIjowLCJHIjowLCJCIjowfX0sIk1heFdpZHRoIjoyMDAuMCwiTWF4SGVpZ2h0IjoiSW5maW5pdHkiLCJTbWFydEZvcmVncm91bmRJc0FjdGl2ZSI6ZmFsc2UsIkhvcml6b250YWxBbGlnbm1lbnQiOjAsIlZlcnRpY2FsQWxpZ25tZW50IjowLCJTbWFydEZvcmVncm91bmQiOm51bGwsIkJhY2tncm91bmRGaWxsVHlwZSI6MCwiTWFyZ2luIjp7IiRpZCI6IjMyIiwiVG9wIjowLCJMZWZ0IjowLCJSaWdodCI6MCwiQm90dG9tIjowfSwiUGFkZGluZyI6eyIkaWQiOiIzMyIsIlRvcCI6MCwiTGVmdCI6MCwiUmlnaHQiOjAsIkJvdHRvbSI6MH0sIkJhY2tncm91bmQiOnsiJGlkIjoiMzQiLCJDb2xvciI6eyIkcmVmIjoiMjAifX0sIklzVmlzaWJsZSI6dHJ1ZSwiV2lkdGgiOjAuMCwiSGVpZ2h0IjowLjAsIkJvcmRlclN0eWxlIjpudWxsLCJQYXJlbnRTdHlsZSI6bnVsbH0sIlRvZGF5TWFya2VyU3R5bGUiOnsiJGlkIjoiMzUiLCJNYXJnaW4iOnsiJGlkIjoiMzYiLCJUb3AiOjAsIkxlZnQiOjAsIlJpZ2h0IjowLCJCb3R0b20iOjB9LCJQYWRkaW5nIjp7IiRpZCI6IjM3IiwiVG9wIjowLCJMZWZ0IjowLCJSaWdodCI6MCwiQm90dG9tIjowfSwiQmFja2dyb3VuZCI6eyIkaWQiOiIzOCIsIkNvbG9yIjp7IiRpZCI6IjM5IiwiQSI6MjU1LCJSIjoyNTUsIkciOjAsIkIiOjB9fSwiSXNWaXNpYmxlIjp0cnVlLCJXaWR0aCI6MC4wLCJIZWlnaHQiOjAuMCwiQm9yZGVyU3R5bGUiOm51bGwsIlBhcmVudFN0eWxlIjpudWxsfSwiU2NhbGVTdHlsZSI6eyIkaWQiOiI0MCIsIlNob3dTZWdtZW50U2VwYXJhdG9ycyI6dHJ1ZSwiU2VnbWVudFNlcGFyYXRvck9wYWNpdHkiOjMwLCJGb250U2V0dGluZ3MiOnsiJGlkIjoiNDEiLCJGb250U2l6ZSI6MTIsIkZvbnROYW1lIjoiQ2FsaWJyaSIsIklzQm9sZCI6ZmFsc2UsIklzSXRhbGljIjpmYWxzZSwiSXNVbmRlcmxpbmVkIjpmYWxzZSwiUGFyZW50U3R5bGUiOm51bGx9LCJBdXRvU2l6ZSI6MCwiRm9yZWdyb3VuZCI6eyIkaWQiOiI0MiIsIkNvbG9yIjp7IiRpZCI6IjQzIiwiQSI6MjU1LCJSIjoyNTUsIkciOjI1NSwiQiI6MjU1fX0sIk1heFdpZHRoIjoyMDAuMCwiTWF4SGVpZ2h0IjoiSW5maW5pdHkiLCJTbWFydEZvcmVncm91bmRJc0FjdGl2ZSI6ZmFsc2UsIkhvcml6b250YWxBbGlnbm1lbnQiOjAsIlZlcnRpY2FsQWxpZ25tZW50IjoxLCJTbWFydEZvcmVncm91bmQiOm51bGwsIkJhY2tncm91bmRGaWxsVHlwZSI6M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MTkxLCJSIjoyNTUsIkciOjAsIkIiOjB9fSwiQXBwZW5kWWVhck9uWWVhckNoYW5nZSI6dHJ1ZSwiRWxhcHNlZFRpbWVGb3JtYXQiOjIsIlRvZGF5TWFya2VyUG9zaXRpb24iOjIsIlF1aWNrUG9zaXRpb24iOjEsIkFic29sdXRlUG9zaXRpb24iOjEzNS42NDA0NzIsIk1hcmdpbiI6eyIkaWQiOiI0OSIsIlRvcCI6MCwiTGVmdCI6MTAsIlJpZ2h0IjoxMCwiQm90dG9tIjowfSwiUGFkZGluZyI6eyIkaWQiOiI1MCIsIlRvcCI6MCwiTGVmdCI6MCwiUmlnaHQiOjAsIkJvdHRvbSI6MH0sIkJhY2tncm91bmQiOnsiJGlkIjoiNTEiLCJDb2xvciI6eyIkaWQiOiI1MiIsIkEiOjI1NSwiUiI6NDcsIkciOjU0LCJCIjoxNTN9fSwiSXNWaXNpYmxlIjp0cnVlLCJXaWR0aCI6MC4wLCJIZWlnaHQiOjAuMCwiQm9yZGVyU3R5bGUiOm51bGwsIlBhcmVudFN0eWxlIjpudWxsfSwiRGVmYXVsdE1pbGVzdG9uZVN0eWxlIjp7IiRpZCI6IjUzIiwiU2hhcGUiOjAsIkNvbm5lY3Rvck1hcmdpbiI6eyIkaWQiOiI1NCIsIlRvcCI6MCwiTGVmdCI6MiwiUmlnaHQiOjIsIkJvdHRvbSI6MH0sIkNvbm5lY3RvclN0eWxlIjp7IiRpZCI6IjU1IiwiTGluZUNvbG9yIjp7IiRpZCI6IjU2IiwiJHR5cGUiOiJOTFJFLkNvbW1vbi5Eb20uU29saWRDb2xvckJydXNoLCBOTFJFLkNvbW1vbiIsIkNvbG9yIjp7IiRpZCI6IjU3IiwiQSI6MjU1LCJSIjowLCJHIjowLCJCIjowfX0sIkxpbmVXZWlnaHQiOjEuMCwiTGluZVR5cGUiOjAsIlBhcmVudFN0eWxlIjpudWxsfSwiSXNCZWxvd1RpbWViYW5kIjpmYWxzZSwiUG9zaXRpb25PblRhc2siOjAsIkhpZGVEYXRlIjpmYWxzZSwiU2hhcGVTaXplIjoxLCJTcGFjaW5nIjoxLjAsIlBhZGRpbmciOnsiJGlkIjoiNTgiLCJUb3AiOjcsIkxlZnQiOjMsIlJpZ2h0IjowLCJCb3R0b20iOjJ9LCJTaGFwZVN0eWxlIjp7IiRpZCI6IjU5IiwiTWFyZ2luIjp7IiRpZCI6IjYwIiwiVG9wIjowLCJMZWZ0IjowLCJSaWdodCI6MCwiQm90dG9tIjowfSwiUGFkZGluZyI6eyIkaWQiOiI2MSIsIlRvcCI6MCwiTGVmdCI6MCwiUmlnaHQiOjAsIkJvdHRvbSI6MH0sIkJhY2tncm91bmQiOnsiJGlkIjoiNjIiLCJDb2xvciI6eyIkaWQiOiI2MyIsIkEiOjI1NSwiUiI6MTEyLCJHIjoxNzMsIkIiOjcxfX0sIklzVmlzaWJsZSI6dHJ1ZSwiV2lkdGgiOjE4LjAsIkhlaWdodCI6MjAuMCwiQm9yZGVyU3R5bGUiOnsiJGlkIjoiNjQiLCJMaW5lQ29sb3IiOnsiJGlkIjoiNjUiLCIkdHlwZSI6Ik5MUkUuQ29tbW9uLkRvbS5Tb2xpZENvbG9yQnJ1c2gsIE5MUkUuQ29tbW9uIiwiQ29sb3IiOnsiJGlkIjoiNjYiLCJBIjoyNTUsIlIiOjI1NSwiRyI6MCwiQiI6MH19LCJMaW5lV2VpZ2h0IjowLjAsIkxpbmVUeXBlIjowLCJQYXJlbnRTdHlsZSI6bnVsbH0sIlBhcmVudFN0eWxlIjpudWxsfSwiVGl0bGVTdHlsZSI6eyIkaWQiOiI2NyIsIkZvbnRTZXR0aW5ncyI6eyIkaWQiOiI2OCIsIkZvbnRTaXplIjoxMSwiRm9udE5hbWUiOiJDYWxpYnJpIiwiSXNCb2xkIjp0cnVlLCJJc0l0YWxpYyI6ZmFsc2UsIklzVW5kZXJsaW5lZCI6ZmFsc2UsIlBhcmVudFN0eWxlIjpudWxsfSwiQXV0b1NpemUiOjAsIkZvcmVncm91bmQiOnsiJGlkIjoiNjkiLCJDb2xvciI6eyIkaWQiOiI3MCIsIkEiOjI1NSwiUiI6MCwiRyI6MCwiQiI6MH19LCJNYXhXaWR0aCI6MjAwLjAsIk1heEhlaWdodCI6IkluZmluaXR5IiwiU21hcnRGb3JlZ3JvdW5kSXNBY3RpdmUiOmZhbHNlLCJIb3Jpem9udGFsQWxpZ25tZW50IjoxLCJWZXJ0aWNhbEFsaWdubWVudCI6MCwiU21hcnRGb3JlZ3JvdW5kIjpudWxsLCJCYWNrZ3JvdW5kRmlsbFR5cGUiOjAsIk1hcmdpbiI6eyIkaWQiOiI3MSIsIlRvcCI6MCwiTGVmdCI6MCwiUmlnaHQiOjAsIkJvdHRvbSI6MH0sIlBhZGRpbmciOnsiJGlkIjoiNzIiLCJUb3AiOjAsIkxlZnQiOjAsIlJpZ2h0IjowLCJCb3R0b20iOjB9LCJCYWNrZ3JvdW5kIjp7IiRpZCI6IjczIiwiQ29sb3IiOnsiJHJlZiI6IjIwIn19LCJJc1Zpc2libGUiOnRydWUsIldpZHRoIjowLjAsIkhlaWdodCI6MC4wLCJCb3JkZXJTdHlsZSI6bnVsbCwiUGFyZW50U3R5bGUiOm51bGx9LCJEYXRlU3R5bGUiOnsiJGlkIjoiNzQiLCJGb250U2V0dGluZ3MiOnsiJGlkIjoiNzUiLCJGb250U2l6ZSI6MTAsIkZvbnROYW1lIjoiQ2FsaWJyaSIsIklzQm9sZCI6ZmFsc2UsIklzSXRhbGljIjpmYWxzZSwiSXNVbmRlcmxpbmVkIjpmYWxzZSwiUGFyZW50U3R5bGUiOm51bGx9LCJBdXRvU2l6ZSI6MCwiRm9yZWdyb3VuZCI6eyIkaWQiOiI3NiIsIkNvbG9yIjp7IiRpZCI6Ijc3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3OCIsIlRvcCI6MCwiTGVmdCI6MCwiUmlnaHQiOjAsIkJvdHRvbSI6MH0sIlBhZGRpbmciOnsiJGlkIjoiNzkiLCJUb3AiOjAsIkxlZnQiOjAsIlJpZ2h0IjowLCJCb3R0b20iOjB9LCJCYWNrZ3JvdW5kIjp7IiRpZCI6IjgwIiwiQ29sb3IiOnsiJHJlZiI6IjIwIn19LCJJc1Zpc2libGUiOnRydWUsIldpZHRoIjowLjAsIkhlaWdodCI6MC4wLCJCb3JkZXJTdHlsZSI6bnVsbCwiUGFyZW50U3R5bGUiOm51bGx9LCJEYXRlRm9ybWF0Ijp7IiRpZCI6IjgxIiwiRm9ybWF0U3RyaW5nIjoiTU1NIGQsIHl5eXkiLCJTZXBhcmF0b3IiOiIvIiwiVXNlSW50ZXJuYXRpb25hbERhdGVGb3JtYXQiOmZhbHNlLCJEYXRlSXNWaXNpYmxlIjp0cnVlLCJUaW1lSXNWaXNpYmxlIjpmYWxzZSwiSG91ckRpZ2l0cyI6MSwiQW1QbURlc2lnbmF0b3IiOjIsIlRyaW0wME1pbnV0ZXMiOmZhbHNlLCJMYXN0S25vd25WaXNpYmlsaXR5U3RhdGUiOnsiJGlkIjoiODIiLCJEYXRlUGFydElzVmlzaWJsZSI6dHJ1ZSwiVGltZVBhcnRJc1Zpc2libGUiOmZhbHNlfX0sIldlZWtOdW1iZXJpbmciOnsiJGlkIjoiODMiLCJGb3JtYXQiOjAsIklzVmlzaWJsZSI6ZmFsc2UsIkxhc3RLbm93blZpc2liaWxpdHlTdGF0ZSI6ZmFsc2V9LCJJc1Zpc2libGUiOnRydWUsIlBhcmVudFN0eWxlIjpudWxsfSwiRGVmYXVsdFRhc2tTdHlsZSI6eyIkaWQiOiI4NCIsIlNoYXBlIjowLCJTaGFwZVRoaWNrbmVzcyI6MSwiRHVyYXRpb25Gb3JtYXQiOjAsIkluY2x1ZGVOb25Xb3JraW5nRGF5c0luRHVyYXRpb24iOnRydWUsIlBlcmNlbnRhZ2VDb21wbGV0ZVN0eWxlIjp7IiRpZCI6Ijg1IiwiRm9udFNldHRpbmdzIjp7IiRpZCI6Ijg2IiwiRm9udFNpemUiOjEwLCJGb250TmFtZSI6IkNhbGlicmkiLCJJc0JvbGQiOmZhbHNlLCJJc0l0YWxpYyI6ZmFsc2UsIklzVW5kZXJsaW5lZCI6ZmFsc2UsIlBhcmVudFN0eWxlIjpudWxsfSwiQXV0b1NpemUiOjAsIkZvcmVncm91bmQiOnsiJGlkIjoiODciLCJDb2xvciI6eyIkaWQiOiI4OCIsIkEiOjI1NSwiUiI6MjM4LCJHIjoyMzYsIkIiOjIyNX19LCJNYXhXaWR0aCI6MjAwLjAsIk1heEhlaWdodCI6IkluZmluaXR5IiwiU21hcnRGb3JlZ3JvdW5kSXNBY3RpdmUiOmZhbHNlLCJIb3Jpem9udGFsQWxpZ25tZW50IjoxLCJWZXJ0aWNhbEFsaWdubWVudCI6MCwiU21hcnRGb3JlZ3JvdW5kIjpudWxsLCJCYWNrZ3JvdW5kRmlsbFR5cGUiOjAsIk1hcmdpbiI6eyIkaWQiOiI4OSIsIlRvcCI6MCwiTGVmdCI6MCwiUmlnaHQiOjAsIkJvdHRvbSI6MH0sIlBhZGRpbmciOnsiJGlkIjoiOTAiLCJUb3AiOjAsIkxlZnQiOjAsIlJpZ2h0IjowLCJCb3R0b20iOjB9LCJCYWNrZ3JvdW5kIjp7IiRpZCI6IjkxIiwiQ29sb3IiOnsiJGlkIjoiOTIiLCJBIjo4OSwiUiI6MCwiRyI6MCwiQiI6MH19LCJJc1Zpc2libGUiOnRydWUsIldpZHRoIjowLjAsIkhlaWdodCI6MC4wLCJCb3JkZXJTdHlsZSI6bnVsbCwiUGFyZW50U3R5bGUiOm51bGx9LCJEdXJhdGlvblN0eWxlIjp7IiRpZCI6IjkzIiwiRm9udFNldHRpbmdzIjp7IiRpZCI6Ijk0IiwiRm9udFNpemUiOjEwLCJGb250TmFtZSI6IkNhbGlicmkiLCJJc0JvbGQiOmZhbHNlLCJJc0l0YWxpYyI6ZmFsc2UsIklzVW5kZXJsaW5lZCI6ZmFsc2UsIlBhcmVudFN0eWxlIjpudWxsfSwiQXV0b1NpemUiOjAsIkZvcmVncm91bmQiOnsiJGlkIjoiOTUiLCJDb2xvciI6eyIkaWQiOiI5NiIsIkEiOjI1NSwiUiI6MTkyLCJHIjo4MCwiQiI6Nzd9fSwiTWF4V2lkdGgiOjIwMC4wLCJNYXhIZWlnaHQiOiJJbmZpbml0eSIsIlNtYXJ0Rm9yZWdyb3VuZElzQWN0aXZlIjpmYWxzZSwiSG9yaXpvbnRhbEFsaWdubWVudCI6MCwiVmVydGljYWxBbGlnbm1lbnQiOjAsIlNtYXJ0Rm9yZWdyb3VuZCI6bnVsbCwiQmFja2dyb3VuZEZpbGxUeXBlIjowLCJNYXJnaW4iOnsiJGlkIjoiOTciLCJUb3AiOjAsIkxlZnQiOjAsIlJpZ2h0IjowLCJCb3R0b20iOjB9LCJQYWRkaW5nIjp7IiRpZCI6Ijk4IiwiVG9wIjowLCJMZWZ0IjowLCJSaWdodCI6MCwiQm90dG9tIjowfSwiQmFja2dyb3VuZCI6eyIkaWQiOiI5OSIsIkNvbG9yIjp7IiRyZWYiOiIyMCJ9fSwiSXNWaXNpYmxlIjp0cnVlLCJXaWR0aCI6MC4wLCJIZWlnaHQiOjAuMCwiQm9yZGVyU3R5bGUiOm51bGwsIlBhcmVudFN0eWxlIjpudWxsfSwiSG9yaXpvbnRhbENvbm5lY3RvclN0eWxlIjp7IiRpZCI6IjEwMCIsIkxpbmVDb2xvciI6eyIkaWQiOiIxMDEiLCIkdHlwZSI6Ik5MUkUuQ29tbW9uLkRvbS5Tb2xpZENvbG9yQnJ1c2gsIE5MUkUuQ29tbW9uIiwiQ29sb3IiOnsiJGlkIjoiMTAyIiwiQSI6MjU1LCJSIjoyMDQsIkciOjIwNCwiQiI6MjA0fX0sIkxpbmVXZWlnaHQiOjEuMCwiTGluZVR5cGUiOjAsIlBhcmVudFN0eWxlIjpudWxsfSwiVmVydGljYWxDb25uZWN0b3JTdHlsZSI6eyIkaWQiOiIxMDMiLCJMaW5lQ29sb3IiOnsiJGlkIjoiMTA0IiwiJHR5cGUiOiJOTFJFLkNvbW1vbi5Eb20uU29saWRDb2xvckJydXNoLCBOTFJFLkNvbW1vbiIsIkNvbG9yIjp7IiRpZCI6IjEwNSIsIkEiOjI1NSwiUiI6MjA0LCJHIjoyMDQsIkIiOjIwNH19LCJMaW5lV2VpZ2h0IjowLjAsIkxpbmVUeXBlIjowLCJQYXJlbnRTdHlsZSI6bnVsbH0sIk1hcmdpbiI6bnVsbCwiU3RhcnREYXRlUG9zaXRpb24iOjQsIkVuZERhdGVQb3NpdGlvbiI6NCwiRGF0ZUlzVmlzaWJsZSI6dHJ1ZSwiVGl0bGVQb3NpdGlvbiI6NSwiRHVyYXRpb25Qb3NpdGlvbiI6NiwiUGVyY2VudGFnZUNvbXBsZXRlZFBvc2l0aW9uIjoyLCJTcGFjaW5nIjo1LCJJc0JlbG93VGltZWJhbmQiOnRydWUsIlBlcmNlbnRhZ2VDb21wbGV0ZVNoYXBlT3BhY2l0eSI6MzUsIlNoYXBlU3R5bGUiOnsiJGlkIjoiMTA2IiwiTWFyZ2luIjp7IiRpZCI6IjEwNyIsIlRvcCI6MCwiTGVmdCI6NCwiUmlnaHQiOjQsIkJvdHRvbSI6MH0sIlBhZGRpbmciOnsiJGlkIjoiMTA4IiwiVG9wIjowLCJMZWZ0IjowLCJSaWdodCI6MCwiQm90dG9tIjowfSwiQmFja2dyb3VuZCI6eyIkaWQiOiIxMDkiLCJDb2xvciI6eyIkaWQiOiIxMTAiLCJBIjoyNTUsIlIiOjExMiwiRyI6MTczLCJCIjo3MX19LCJJc1Zpc2libGUiOnRydWUsIldpZHRoIjowLjAsIkhlaWdodCI6MTYuMCwiQm9yZGVyU3R5bGUiOnsiJGlkIjoiMTExIiwiTGluZUNvbG9yIjp7IiRpZCI6IjExMiIsIiR0eXBlIjoiTkxSRS5Db21tb24uRG9tLlNvbGlkQ29sb3JCcnVzaCwgTkxSRS5Db21tb24iLCJDb2xvciI6eyIkaWQiOiIxMTMiLCJBIjoyNTUsIlIiOjI1NSwiRyI6MCwiQiI6MH19LCJMaW5lV2VpZ2h0IjowLjAsIkxpbmVUeXBlIjowLCJQYXJlbnRTdHlsZSI6bnVsbH0sIlBhcmVudFN0eWxlIjpudWxsfSwiVGl0bGVTdHlsZSI6eyIkaWQiOiIxMTQiLCJGb250U2V0dGluZ3MiOnsiJGlkIjoiMTE1IiwiRm9udFNpemUiOjExLCJGb250TmFtZSI6IkNhbGlicmkiLCJJc0JvbGQiOnRydWUsIklzSXRhbGljIjpmYWxzZSwiSXNVbmRlcmxpbmVkIjpmYWxzZSwiUGFyZW50U3R5bGUiOm51bGx9LCJBdXRvU2l6ZSI6MCwiRm9yZWdyb3VuZCI6eyIkaWQiOiIxMTYiLCJDb2xvciI6eyIkaWQiOiIxMTciLCJBIjoyNTUsIlIiOjAsIkciOjAsIkIiOjB9fSwiTWF4V2lkdGgiOjk2MC4wLCJNYXhIZWlnaHQiOiJJbmZpbml0eSIsIlNtYXJ0Rm9yZWdyb3VuZElzQWN0aXZlIjpmYWxzZSwiSG9yaXpvbnRhbEFsaWdubWVudCI6MCwiVmVydGljYWxBbGlnbm1lbnQiOjAsIlNtYXJ0Rm9yZWdyb3VuZCI6bnVsbCwiQmFja2dyb3VuZEZpbGxUeXBlIjowLCJNYXJnaW4iOnsiJGlkIjoiMTE4IiwiVG9wIjowLCJMZWZ0IjowLCJSaWdodCI6MCwiQm90dG9tIjowfSwiUGFkZGluZyI6eyIkaWQiOiIxMTkiLCJUb3AiOjAsIkxlZnQiOjAsIlJpZ2h0IjowLCJCb3R0b20iOjB9LCJCYWNrZ3JvdW5kIjp7IiRpZCI6IjEyMCIsIkNvbG9yIjp7IiRyZWYiOiIyMCJ9fSwiSXNWaXNpYmxlIjp0cnVlLCJXaWR0aCI6MC4wLCJIZWlnaHQiOjAuMCwiQm9yZGVyU3R5bGUiOm51bGwsIlBhcmVudFN0eWxlIjpudWxsfSwiRGF0ZVN0eWxlIjp7IiRpZCI6IjEyMSIsIkZvbnRTZXR0aW5ncyI6eyIkaWQiOiIxMjIiLCJGb250U2l6ZSI6MTAsIkZvbnROYW1lIjoiQ2FsaWJyaSIsIklzQm9sZCI6ZmFsc2UsIklzSXRhbGljIjpmYWxzZSwiSXNVbmRlcmxpbmVkIjpmYWxzZSwiUGFyZW50U3R5bGUiOm51bGx9LCJBdXRvU2l6ZSI6MCwiRm9yZWdyb3VuZCI6eyIkaWQiOiIxMjMiLCJDb2xvciI6eyIkaWQiOiIxMjQ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pZCI6IjEyNSIsIlRvcCI6MCwiTGVmdCI6MCwiUmlnaHQiOjAsIkJvdHRvbSI6MH0sIlBhZGRpbmciOnsiJGlkIjoiMTI2IiwiVG9wIjowLCJMZWZ0IjowLCJSaWdodCI6MCwiQm90dG9tIjowfSwiQmFja2dyb3VuZCI6eyIkaWQiOiIxMjciLCJDb2xvciI6eyIkcmVmIjoiMjAifX0sIklzVmlzaWJsZSI6dHJ1ZSwiV2lkdGgiOjAuMCwiSGVpZ2h0IjowLjAsIkJvcmRlclN0eWxlIjpudWxsLCJQYXJlbnRTdHlsZSI6bnVsbH0sIkRhdGVGb3JtYXQiOnsiJGlkIjoiMTI4IiwiRm9ybWF0U3RyaW5nIjoiTU1NIGQiLCJTZXBhcmF0b3IiOiIvIiwiVXNlSW50ZXJuYXRpb25hbERhdGVGb3JtYXQiOmZhbHNlLCJEYXRlSXNWaXNpYmxlIjp0cnVlLCJUaW1lSXNWaXNpYmxlIjpmYWxzZSwiSG91ckRpZ2l0cyI6MSwiQW1QbURlc2lnbmF0b3IiOjIsIlRyaW0wME1pbnV0ZXMiOmZhbHNlLCJMYXN0S25vd25WaXNpYmlsaXR5U3RhdGUiOnsiJGlkIjoiMTI5IiwiRGF0ZVBhcnRJc1Zpc2libGUiOnRydWUsIlRpbWVQYXJ0SXNWaXNpYmxlIjp0cnVlfX0sIldlZWtOdW1iZXJpbmciOnsiJGlkIjoiMTMwIiwiRm9ybWF0IjowLCJJc1Zpc2libGUiOmZhbHNlLCJMYXN0S25vd25WaXNpYmlsaXR5U3RhdGUiOmZhbHNlfSwiSXNWaXNpYmxlIjp0cnVlLCJQYXJlbnRTdHlsZSI6bnVsbCwiX2V4cGxpY2l0bHlTZXQiOnsiJGlkIjoiMTMxIiwiU2hhcGVTdHlsZSI6ZmFsc2UsIlRpdGxlU3R5bGUiOmZhbHNlLCJEYXRlU3R5bGUiOmZhbHNlLCJIb3Jpem9udGFsQ29ubmVjdG9yU3R5bGUiOmZhbHNlLCJWZXJ0aWNhbENvbm5lY3RvclN0eWxlIjpmYWxzZSwiUGVyY2VudGFnZUNvbXBsZXRlU2hhcGVPcGFjaXR5IjpmYWxzZSwiU2hhcGUiOmZhbHNlLCJTaGFwZVRoaWNrbmVzcyI6ZmFsc2UsIkR1cmF0aW9uRm9ybWF0IjpmYWxzZSwiSW5jbHVkZU5vbldvcmtpbmdEYXlzSW5EdXJhdGlvbiI6ZmFsc2UsIk1hcmdpbiI6ZmFsc2UsIlN0YXJ0RGF0ZVBvc2l0aW9uIjpmYWxzZSwiRW5kRGF0ZVBvc2l0aW9uIjpmYWxzZSwiVGl0bGVQb3NpdGlvbiI6ZmFsc2UsIkR1cmF0aW9uUG9zaXRpb24iOmZhbHNlLCJQZXJjZW50YWdlQ29tcGxldGVkUG9zaXRpb24iOnRydWUsIlNwYWNpbmciOmZhbHNlLCJJc0JlbG93VGltZWJhbmQiOmZhbHNlLCJEYXRlRm9ybWF0IjpmYWxzZSwiV2Vla051bWJlcmluZyI6ZmFsc2UsIklzVmlzaWJsZSI6ZmFsc2V9fSwiR3JpZGxpbmVQYW5lbFN0eWxlIjp7IiRpZCI6IjEzMiIsIkdyaWRsaW5lU3R5bGUiOnsiJGlkIjoiMTMzIiwiTGluZUNvbG9yIjp7IiRpZCI6IjEzNCIsIiR0eXBlIjoiTkxSRS5Db21tb24uRG9tLlNvbGlkQ29sb3JCcnVzaCwgTkxSRS5Db21tb24iLCJDb2xvciI6eyIkaWQiOiIxMzUiLCJBIjozOCwiUiI6OTEsIkciOjE1NSwiQiI6MjEzfX0sIkxpbmVXZWlnaHQiOjEuMCwiTGluZVR5cGUiOjAsIlBhcmVudFN0eWxlIjpudWxsfSwiTWFyZ2luIjp7IiRpZCI6IjEzNiIsIlRvcCI6MCwiTGVmdCI6MCwiUmlnaHQiOjAsIkJvdHRvbSI6MH0sIlBhZGRpbmciOnsiJGlkIjoiMTM3IiwiVG9wIjowLCJMZWZ0IjowLCJSaWdodCI6MCwiQm90dG9tIjowfSwiQmFja2dyb3VuZCI6bnVsbCwiSXNWaXNpYmxlIjp0cnVlLCJXaWR0aCI6MC4wLCJIZWlnaHQiOjAuMCwiQm9yZGVyU3R5bGUiOm51bGwsIlBhcmVudFN0eWxlIjpudWxsfSwiU2hvd0VsYXBzZWRUaW1lR3JhZGllbnRTdHlsZSI6ZmFsc2UsIkRlZmF1bHRTd2ltbGFuZVN0eWxlIjp7IiRpZCI6IjEzOCIsIkhlYWRlclN0eWxlIjp7IiRpZCI6IjEzOSIsIlRleHRTdHlsZSI6eyIkaWQiOiIxNDAiLCJGb250U2V0dGluZ3MiOnsiJGlkIjoiMTQxIiwiRm9udFNpemUiOjEyLCJGb250TmFtZSI6IkNhbGlicmkiLCJJc0JvbGQiOmZhbHNlLCJJc0l0YWxpYyI6ZmFsc2UsIklzVW5kZXJsaW5lZCI6ZmFsc2UsIlBhcmVudFN0eWxlIjpudWxsfSwiQXV0b1NpemUiOjAsIkZvcmVncm91bmQiOnsiJGlkIjoiMTQyIiwiQ29sb3IiOnsiJGlkIjoiMTQzIiwiQSI6MjU1LCJSIjozMiwiRyI6NTYsIkIiOjEwMH19LCJNYXhXaWR0aCI6MC4wLCJNYXhIZWlnaHQiOjAuMCwiU21hcnRGb3JlZ3JvdW5kSXNBY3RpdmUiOmZhbHNlLCJIb3Jpem9udGFsQWxpZ25tZW50IjowLCJWZXJ0aWNhbEFsaWdubWVudCI6MCwiU21hcnRGb3JlZ3JvdW5kIjpudWxsLCJCYWNrZ3JvdW5kRmlsbFR5cGUiOjAsIk1hcmdpbiI6eyIkaWQiOiIxNDQiLCJUb3AiOjAsIkxlZnQiOjAsIlJpZ2h0IjowLCJCb3R0b20iOjB9LCJQYWRkaW5nIjp7IiRpZCI6IjE0NSIsIlRvcCI6MCwiTGVmdCI6MCwiUmlnaHQiOjAsIkJvdHRvbSI6MH0sIkJhY2tncm91bmQiOm51bGwsIklzVmlzaWJsZSI6ZmFsc2UsIldpZHRoIjowLjAsIkhlaWdodCI6MC4wLCJCb3JkZXJTdHlsZSI6bnVsbCwiUGFyZW50U3R5bGUiOm51bGx9LCJSZWN0YW5nbGVTdHlsZSI6eyIkaWQiOiIxNDYiLCJNYXJnaW4iOnsiJGlkIjoiMTQ3IiwiVG9wIjowLCJMZWZ0IjowLCJSaWdodCI6MCwiQm90dG9tIjowfSwiUGFkZGluZyI6eyIkaWQiOiIxNDgiLCJUb3AiOjAsIkxlZnQiOjAsIlJpZ2h0IjowLCJCb3R0b20iOjB9LCJCYWNrZ3JvdW5kIjp7IiRpZCI6IjE0OSIsIkNvbG9yIjp7IiRpZCI6IjE1MCIsIkEiOjEyNywiUiI6OTEsIkciOjE1NSwiQiI6MjEzfX0sIklzVmlzaWJsZSI6ZmFsc2UsIldpZHRoIjowLjAsIkhlaWdodCI6MC4wLCJCb3JkZXJTdHlsZSI6eyIkaWQiOiIxNTEiLCJMaW5lQ29sb3IiOnsiJGlkIjoiMTUyIiwiJHR5cGUiOiJOTFJFLkNvbW1vbi5Eb20uU29saWRDb2xvckJydXNoLCBOTFJFLkNvbW1vbiIsIkNvbG9yIjp7IiRpZCI6IjE1MyIsIkEiOjI1NSwiUiI6MjU1LCJHIjowLCJCIjowfX0sIkxpbmVXZWlnaHQiOjAuMCwiTGluZVR5cGUiOjAsIlBhcmVudFN0eWxlIjpudWxsfSwiUGFyZW50U3R5bGUiOm51bGx9LCJNYXJnaW4iOnsiJGlkIjoiMTU0IiwiVG9wIjowLCJMZWZ0IjowLCJSaWdodCI6MCwiQm90dG9tIjowfSwiUGFkZGluZyI6eyIkaWQiOiIxNTUiLCJUb3AiOjAsIkxlZnQiOjAsIlJpZ2h0IjowLCJCb3R0b20iOjB9LCJCYWNrZ3JvdW5kIjpudWxsLCJJc1Zpc2libGUiOnRydWUsIldpZHRoIjowLjAsIkhlaWdodCI6MC4wLCJCb3JkZXJTdHlsZSI6bnVsbCwiUGFyZW50U3R5bGUiOm51bGx9LCJCYWNrZ3JvdW5kU3R5bGUiOnsiJGlkIjoiMTU2IiwiTWFyZ2luIjp7IiRpZCI6IjE1NyIsIlRvcCI6MCwiTGVmdCI6MCwiUmlnaHQiOjAsIkJvdHRvbSI6MH0sIlBhZGRpbmciOnsiJGlkIjoiMTU4IiwiVG9wIjowLCJMZWZ0IjowLCJSaWdodCI6MCwiQm90dG9tIjowfSwiQmFja2dyb3VuZCI6eyIkaWQiOiIxNTkiLCJDb2xvciI6eyIkaWQiOiIxNjAiLCJBIjozOCwiUiI6OTEsIkciOjE1NSwiQiI6MjEzfX0sIklzVmlzaWJsZSI6dHJ1ZSwiV2lkdGgiOjAuMCwiSGVpZ2h0IjowLjAsIkJvcmRlclN0eWxlIjp7IiRpZCI6IjE2MSIsIkxpbmVDb2xvciI6eyIkaWQiOiIxNjIiLCIkdHlwZSI6Ik5MUkUuQ29tbW9uLkRvbS5Tb2xpZENvbG9yQnJ1c2gsIE5MUkUuQ29tbW9uIiwiQ29sb3IiOnsiJGlkIjoiMTYzIiwiQSI6MjU1LCJSIjoyNTUsIkciOjAsIkIiOjB9fSwiTGluZVdlaWdodCI6MC4wLCJMaW5lVHlwZSI6MCwiUGFyZW50U3R5bGUiOm51bGx9LCJQYXJlbnRTdHlsZSI6bnVsbH0sIklzQWJvdmVUaW1lYmFuZCI6ZmFsc2UsIk1hcmdpbiI6eyIkaWQiOiIxNjQiLCJUb3AiOjAsIkxlZnQiOjAsIlJpZ2h0IjowLCJCb3R0b20iOjB9LCJQYWRkaW5nIjp7IiRpZCI6IjE2NSIsIlRvcCI6MCwiTGVmdCI6MCwiUmlnaHQiOjAsIkJvdHRvbSI6MH0sIklzVmlzaWJsZSI6dHJ1ZSwiV2lkdGgiOjAuMCwiSGVpZ2h0IjowLjAsIkJvcmRlclN0eWxlIjpudWxsLCJQYXJlbnRTdHlsZSI6bnVsbH19LCJTY2FsZSI6eyIkaWQiOiIxNjYiLCJTdGFydERhdGUiOiIyMDE3LTAxLTMwVDIzOjU5OjAwIiwiRW5kRGF0ZSI6IjIwMjAtMDUtMzFUMjM6NTk6MDAiLCJGb3JtYXQiOiJ3IiwiVHlwZSI6MSwiQXV0b0RhdGVSYW5nZSI6dHJ1ZSwiV29ya2luZ0RheXMiOjEyNywiRmlzY2FsWWVhciI6eyIkaWQiOiIxNjciLCJTdGFydE1vbnRoIjoxLCJVc2VTdGFydGluZ1llYXJGb3JOdW1iZXJpbmciOnRydWUsIlNob3dGaXNjYWxZZWFyTGFiZWwiOnRydWV9LCJUb2RheU1hcmtlclRleHQiOiJUb2RheSIsIkF1dG9TY2FsZVR5cGUiOmZhbHNlfSwiTWlsZXN0b25lcyI6W3siJGlkIjoiMTY4IiwiRGF0ZSI6IjIwMjAtMDItMDRUMjM6NTk6MDBaIiwiU3R5bGUiOnsiJGlkIjoiMTY5IiwiU2hhcGUiOjEzLCJDb25uZWN0b3JNYXJnaW4iOnsiJGlkIjoiMTcwIiwiVG9wIjowLCJMZWZ0IjoyLCJSaWdodCI6MiwiQm90dG9tIjowfSwiQ29ubmVjdG9yU3R5bGUiOnsiJGlkIjoiMTcxIiwiTGluZUNvbG9yIjp7IiRpZCI6IjE3MiIsIiR0eXBlIjoiTkxSRS5Db21tb24uRG9tLlNvbGlkQ29sb3JCcnVzaCwgTkxSRS5Db21tb24iLCJDb2xvciI6eyIkaWQiOiIxNzMiLCJBIjoyNTUsIlIiOjY4LCJHIjo4NCwiQiI6MTA2fX0sIkxpbmVXZWlnaHQiOjEuMCwiTGluZVR5cGUiOjAsIlBhcmVudFN0eWxlIjpudWxsfSwiSXNCZWxvd1RpbWViYW5kIjpmYWxzZSwiUG9zaXRpb25PblRhc2siOjAsIkhpZGVEYXRlIjpmYWxzZSwiU2hhcGVTaXplIjoxLCJTcGFjaW5nIjoxLjAsIlBhZGRpbmciOnsiJGlkIjoiMTc0IiwiVG9wIjo3LCJMZWZ0IjozLCJSaWdodCI6MCwiQm90dG9tIjoyfSwiU2hhcGVTdHlsZSI6eyIkaWQiOiIxNzUiLCJNYXJnaW4iOnsiJGlkIjoiMTc2IiwiVG9wIjowLCJMZWZ0IjowLCJSaWdodCI6MCwiQm90dG9tIjowfSwiUGFkZGluZyI6eyIkaWQiOiIxNzciLCJUb3AiOjAsIkxlZnQiOjAsIlJpZ2h0IjowLCJCb3R0b20iOjB9LCJCYWNrZ3JvdW5kIjp7IiRpZCI6IjE3OCIsIkNvbG9yIjp7IiRpZCI6IjE3OSIsIkEiOjI1NSwiUiI6MTEyLCJHIjoxNzMsIkIiOjcxfX0sIklzVmlzaWJsZSI6dHJ1ZSwiV2lkdGgiOjEzLjAsIkhlaWdodCI6MTMuMCwiQm9yZGVyU3R5bGUiOnsiJGlkIjoiMTgwIiwiTGluZUNvbG9yIjpudWxsLCJMaW5lV2VpZ2h0IjowLjAsIkxpbmVUeXBlIjowLCJQYXJlbnRTdHlsZSI6bnVsbH0sIlBhcmVudFN0eWxlIjpudWxsfSwiVGl0bGVTdHlsZSI6eyIkaWQiOiIxODEiLCJGb250U2V0dGluZ3MiOnsiJGlkIjoiMTgyIiwiRm9udFNpemUiOjExLCJGb250TmFtZSI6IkNhbGlicmkiLCJJc0JvbGQiOnRydWUsIklzSXRhbGljIjpmYWxzZSwiSXNVbmRlcmxpbmVkIjpmYWxzZSwiUGFyZW50U3R5bGUiOm51bGx9LCJBdXRvU2l6ZSI6MCwiRm9yZWdyb3VuZCI6eyIkaWQiOiIxODMiLCJDb2xvciI6eyIkaWQiOiIxODQiLCJBIjoyNTUsIlIiOjAsIkciOjAsIkIiOjB9fSwiTWF4V2lkdGgiOjIwMC4wLCJNYXhIZWlnaHQiOiJJbmZpbml0eSIsIlNtYXJ0Rm9yZWdyb3VuZElzQWN0aXZlIjpmYWxzZSwiSG9yaXpvbnRhbEFsaWdubWVudCI6MSwiVmVydGljYWxBbGlnbm1lbnQiOjAsIlNtYXJ0Rm9yZWdyb3VuZCI6bnVsbCwiQmFja2dyb3VuZEZpbGxUeXBlIjowLCJNYXJnaW4iOnsiJGlkIjoiMTg1IiwiVG9wIjowLCJMZWZ0IjowLCJSaWdodCI6MCwiQm90dG9tIjowfSwiUGFkZGluZyI6eyIkaWQiOiIxODYiLCJUb3AiOjAsIkxlZnQiOjAsIlJpZ2h0IjowLCJCb3R0b20iOjB9LCJCYWNrZ3JvdW5kIjp7IiRyZWYiOiI3MyJ9LCJJc1Zpc2libGUiOnRydWUsIldpZHRoIjowLjAsIkhlaWdodCI6MC4wLCJCb3JkZXJTdHlsZSI6eyIkaWQiOiIxODciLCJMaW5lQ29sb3IiOm51bGwsIkxpbmVXZWlnaHQiOjAuMCwiTGluZVR5cGUiOjAsIlBhcmVudFN0eWxlIjpudWxsfSwiUGFyZW50U3R5bGUiOm51bGx9LCJEYXRlU3R5bGUiOnsiJGlkIjoiMTg4IiwiRm9udFNldHRpbmdzIjp7IiRpZCI6IjE4OSIsIkZvbnRTaXplIjoxMCwiRm9udE5hbWUiOiJDYWxpYnJpIiwiSXNCb2xkIjpmYWxzZSwiSXNJdGFsaWMiOmZhbHNlLCJJc1VuZGVybGluZWQiOmZhbHNlLCJQYXJlbnRTdHlsZSI6bnVsbH0sIkF1dG9TaXplIjowLCJGb3JlZ3JvdW5kIjp7IiRpZCI6IjE5MCIsIkNvbG9yIjp7IiRpZCI6IjE5MSIsIkEiOjI1NSwiUiI6NjgsIkciOjg0LCJCIjoxMDZ9fSwiTWF4V2lkdGgiOjIwMC4wLCJNYXhIZWlnaHQiOiJJbmZpbml0eSIsIlNtYXJ0Rm9yZWdyb3VuZElzQWN0aXZlIjpmYWxzZSwiSG9yaXpvbnRhbEFsaWdubWVudCI6MSwiVmVydGljYWxBbGlnbm1lbnQiOjAsIlNtYXJ0Rm9yZWdyb3VuZCI6bnVsbCwiQmFja2dyb3VuZEZpbGxUeXBlIjowLCJNYXJnaW4iOnsiJGlkIjoiMTkyIiwiVG9wIjowLCJMZWZ0IjowLCJSaWdodCI6MCwiQm90dG9tIjowfSwiUGFkZGluZyI6eyIkaWQiOiIxOTMiLCJUb3AiOjAsIkxlZnQiOjAsIlJpZ2h0IjowLCJCb3R0b20iOjB9LCJCYWNrZ3JvdW5kIjp7IiRyZWYiOiI4MCJ9LCJJc1Zpc2libGUiOnRydWUsIldpZHRoIjowLjAsIkhlaWdodCI6MC4wLCJCb3JkZXJTdHlsZSI6eyIkaWQiOiIxOTQiLCJMaW5lQ29sb3IiOm51bGwsIkxpbmVXZWlnaHQiOjAuMCwiTGluZVR5cGUiOjAsIlBhcmVudFN0eWxlIjpudWxsfSwiUGFyZW50U3R5bGUiOm51bGx9LCJEYXRlRm9ybWF0Ijp7IiRyZWYiOiI4MSJ9LCJXZWVrTnVtYmVyaW5nIjp7IiRpZCI6IjE5NSIsIkZvcm1hdCI6MCwiSXNWaXNpYmxlIjpmYWxzZSwiTGFzdEtub3duVmlzaWJpbGl0eVN0YXRlIjpmYWxzZX0sIklzVmlzaWJsZSI6dHJ1ZSwiUGFyZW50U3R5bGUiOm51bGx9LCJJbmRleCI6MCwiUGVyY2VudGFnZUNvbXBsZXRlIjpudWxsLCJQb3NpdGlvbiI6eyJSYXRpbyI6MC4wOTAwNjE2ODIyNDE5MzQzMjQsIklzQ3VzdG9tIjp0cnVlfSwiRGF0ZUZvcm1hdCI6eyIkcmVmIjoiODEifSwiV2Vla051bWJlcmluZyI6eyIkaWQiOiIxOTYiLCJGb3JtYXQiOjAsIklzVmlzaWJsZSI6ZmFsc2UsIkxhc3RLbm93blZpc2liaWxpdHlTdGF0ZSI6ZmFsc2V9LCJSZWxhdGVkVGFza0lkIjoiMDAwMDAwMDAtMDAwMC0wMDAwLTAwMDAtMDAwMDAwMDAwMDAwIiwiSWQiOiI1Y2I5M2M0Mi1jNGNhLTRiZTgtOWRlMS0zZDM4ZWJmYmYzNGIiLCJJbXBvcnRJZCI6bnVsbCwiVGl0bGUiOiJQcm9qZWN0IEFwcHJvdmFsIiwiTm90ZSI6bnVsbCwiSHlwZXJsaW5rIjp7IiRpZCI6IjE5NyIsIkFkZHJlc3MiOm51bGwsIlN1YkFkZHJlc3MiOm51bGx9LCJJc0NoYW5nZWQiOmZhbHNlLCJJc05ldyI6ZmFsc2V9LHsiJGlkIjoiMTk4IiwiRGF0ZSI6IjIwMjAtMDUtMzFUMjM6NTk6MDBaIiwiU3R5bGUiOnsiJGlkIjoiMTk5IiwiU2hhcGUiOjEzLCJDb25uZWN0b3JNYXJnaW4iOnsiJGlkIjoiMjAwIiwiVG9wIjowLCJMZWZ0IjoyLCJSaWdodCI6MiwiQm90dG9tIjowfSwiQ29ubmVjdG9yU3R5bGUiOnsiJGlkIjoiMjAxIiwiTGluZUNvbG9yIjp7IiRpZCI6IjIwMiIsIiR0eXBlIjoiTkxSRS5Db21tb24uRG9tLlNvbGlkQ29sb3JCcnVzaCwgTkxSRS5Db21tb24iLCJDb2xvciI6eyIkaWQiOiIyMDMiLCJBIjoyNTUsIlIiOjExMiwiRyI6MTczLCJCIjo3MX19LCJMaW5lV2VpZ2h0IjoxLjAsIkxpbmVUeXBlIjowLCJQYXJlbnRTdHlsZSI6bnVsbH0sIklzQmVsb3dUaW1lYmFuZCI6ZmFsc2UsIlBvc2l0aW9uT25UYXNrIjowLCJIaWRlRGF0ZSI6ZmFsc2UsIlNoYXBlU2l6ZSI6MSwiU3BhY2luZyI6MS4wLCJQYWRkaW5nIjp7IiRyZWYiOiIxNzQifSwiU2hhcGVTdHlsZSI6eyIkaWQiOiIyMDQiLCJNYXJnaW4iOnsiJHJlZiI6IjE3NiJ9LCJQYWRkaW5nIjp7IiRyZWYiOiIxNzcifSwiQmFja2dyb3VuZCI6eyIkaWQiOiIyMDUiLCJDb2xvciI6eyIkaWQiOiIyMDYiLCJBIjoyNTUsIlIiOjExMiwiRyI6MTczLCJCIjo3MX19LCJJc1Zpc2libGUiOnRydWUsIldpZHRoIjoxMy4wLCJIZWlnaHQiOjEzLjAsIkJvcmRlclN0eWxlIjp7IiRpZCI6IjIwNyIsIkxpbmVDb2xvciI6bnVsbCwiTGluZVdlaWdodCI6MC4wLCJMaW5lVHlwZSI6MCwiUGFyZW50U3R5bGUiOm51bGx9LCJQYXJlbnRTdHlsZSI6bnVsbH0sIlRpdGxlU3R5bGUiOnsiJGlkIjoiMjA4IiwiRm9udFNldHRpbmdzIjp7IiRpZCI6IjIwOSIsIkZvbnRTaXplIjoxMSwiRm9udE5hbWUiOiJDYWxpYnJpIiwiSXNCb2xkIjp0cnVlLCJJc0l0YWxpYyI6ZmFsc2UsIklzVW5kZXJsaW5lZCI6ZmFsc2UsIlBhcmVudFN0eWxlIjpudWxsfSwiQXV0b1NpemUiOjAsIkZvcmVncm91bmQiOnsiJGlkIjoiMjEwIiwiQ29sb3IiOnsiJGlkIjoiMjEx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xODUifSwiUGFkZGluZyI6eyIkcmVmIjoiMTg2In0sIkJhY2tncm91bmQiOnsiJHJlZiI6IjczIn0sIklzVmlzaWJsZSI6dHJ1ZSwiV2lkdGgiOjAuMCwiSGVpZ2h0IjowLjAsIkJvcmRlclN0eWxlIjp7IiRpZCI6IjIxMiIsIkxpbmVDb2xvciI6bnVsbCwiTGluZVdlaWdodCI6MC4wLCJMaW5lVHlwZSI6MCwiUGFyZW50U3R5bGUiOm51bGx9LCJQYXJlbnRTdHlsZSI6bnVsbH0sIkRhdGVTdHlsZSI6eyIkaWQiOiIyMTMiLCJGb250U2V0dGluZ3MiOnsiJGlkIjoiMjE0IiwiRm9udFNpemUiOjEwLCJGb250TmFtZSI6IkNhbGlicmkiLCJJc0JvbGQiOmZhbHNlLCJJc0l0YWxpYyI6ZmFsc2UsIklzVW5kZXJsaW5lZCI6ZmFsc2UsIlBhcmVudFN0eWxlIjpudWxsfSwiQXV0b1NpemUiOjAsIkZvcmVncm91bmQiOnsiJGlkIjoiMjE1IiwiQ29sb3IiOnsiJGlkIjoiMjE2IiwiQSI6MjU1LCJSIjo2OCwiRyI6ODQsIkIiOjEwNn19LCJNYXhXaWR0aCI6MjAwLjAsIk1heEhlaWdodCI6IkluZmluaXR5IiwiU21hcnRGb3JlZ3JvdW5kSXNBY3RpdmUiOmZhbHNlLCJIb3Jpem9udGFsQWxpZ25tZW50IjoxLCJWZXJ0aWNhbEFsaWdubWVudCI6MCwiU21hcnRGb3JlZ3JvdW5kIjpudWxsLCJCYWNrZ3JvdW5kRmlsbFR5cGUiOjAsIk1hcmdpbiI6eyIkcmVmIjoiMTkyIn0sIlBhZGRpbmciOnsiJHJlZiI6IjE5MyJ9LCJCYWNrZ3JvdW5kIjp7IiRyZWYiOiI4MCJ9LCJJc1Zpc2libGUiOnRydWUsIldpZHRoIjowLjAsIkhlaWdodCI6MC4wLCJCb3JkZXJTdHlsZSI6eyIkaWQiOiIyMTciLCJMaW5lQ29sb3IiOm51bGwsIkxpbmVXZWlnaHQiOjAuMCwiTGluZVR5cGUiOjAsIlBhcmVudFN0eWxlIjpudWxsfSwiUGFyZW50U3R5bGUiOm51bGx9LCJEYXRlRm9ybWF0Ijp7IiRyZWYiOiI4MSJ9LCJXZWVrTnVtYmVyaW5nIjp7IiRpZCI6IjIxOCIsIkZvcm1hdCI6MCwiSXNWaXNpYmxlIjpmYWxzZSwiTGFzdEtub3duVmlzaWJpbGl0eVN0YXRlIjpmYWxzZX0sIklzVmlzaWJsZSI6dHJ1ZSwiUGFyZW50U3R5bGUiOm51bGx9LCJJbmRleCI6MSwiUGVyY2VudGFnZUNvbXBsZXRlIjpudWxsLCJQb3NpdGlvbiI6eyJSYXRpbyI6MC4wLCJJc0N1c3RvbSI6ZmFsc2V9LCJEYXRlRm9ybWF0Ijp7IiRyZWYiOiI4MSJ9LCJXZWVrTnVtYmVyaW5nIjp7IiRpZCI6IjIxOSIsIkZvcm1hdCI6MCwiSXNWaXNpYmxlIjpmYWxzZSwiTGFzdEtub3duVmlzaWJpbGl0eVN0YXRlIjpmYWxzZX0sIlJlbGF0ZWRUYXNrSWQiOiIwMDAwMDAwMC0wMDAwLTAwMDAtMDAwMC0wMDAwMDAwMDAwMDAiLCJJZCI6ImNlMjYxNzA5LTU3YTktNDg5OS1iODEwLWU2ZjNjNmVmOGVmNSIsIkltcG9ydElkIjpudWxsLCJUaXRsZSI6IkhhbmRvZmYgdG8gUHJvZHVjdGlvbiIsIk5vdGUiOm51bGwsIkh5cGVybGluayI6eyIkaWQiOiIyMjAiLCJBZGRyZXNzIjpudWxsLCJTdWJBZGRyZXNzIjpudWxsfSwiSXNDaGFuZ2VkIjpmYWxzZSwiSXNOZXciOmZhbHNlfV0sIlRhc2tzIjpbXSwiU3dpbWxhbmVzIjpbeyIkaWQiOiIyMjEiLCJJZCI6IjRjNWQ4ZjU2LTUwNjctNDVhYS04OGFhLWY1YWU0MDIzNTQ5YiIsIkluZGV4IjowLCJIZWFkZXJUZXh0IjoiUmV2aWV3cyIsIlN0eWxlIjp7IiRpZCI6IjIyMiIsIkhlYWRlclN0eWxlIjp7IiRpZCI6IjIyMyIsIlRleHRTdHlsZSI6eyIkaWQiOiIyMjQiLCJGb250U2V0dGluZ3MiOnsiJGlkIjoiMjI1IiwiRm9udFNpemUiOjEyLCJGb250TmFtZSI6IkNhbGlicmkiLCJJc0JvbGQiOnRydWUsIklzSXRhbGljIjpmYWxzZSwiSXNVbmRlcmxpbmVkIjpmYWxzZSwiUGFyZW50U3R5bGUiOm51bGx9LCJBdXRvU2l6ZSI6MCwiRm9yZWdyb3VuZCI6eyIkaWQiOiIyMjYiLCJDb2xvciI6eyIkaWQiOiIyMjciLCJBIjoyNTUsIlIiOjg4LCJHIjozOSwiQiI6N319LCJNYXhXaWR0aCI6IkluZmluaXR5IiwiTWF4SGVpZ2h0IjoiSW5maW5pdHkiLCJTbWFydEZvcmVncm91bmRJc0FjdGl2ZSI6ZmFsc2UsIkhvcml6b250YWxBbGlnbm1lbnQiOjAsIlZlcnRpY2FsQWxpZ25tZW50IjowLCJTbWFydEZvcmVncm91bmQiOm51bGwsIkJhY2tncm91bmRGaWxsVHlwZSI6MCwiTWFyZ2luIjp7IiRpZCI6IjIyOCIsIlRvcCI6MCwiTGVmdCI6MCwiUmlnaHQiOjAsIkJvdHRvbSI6MH0sIlBhZGRpbmciOnsiJGlkIjoiMjI5IiwiVG9wIjowLCJMZWZ0IjowLCJSaWdodCI6MCwiQm90dG9tIjowfSwiQmFja2dyb3VuZCI6bnVsbCwiSXNWaXNpYmxlIjp0cnVlLCJXaWR0aCI6MC4wLCJIZWlnaHQiOjAuMCwiQm9yZGVyU3R5bGUiOm51bGwsIlBhcmVudFN0eWxlIjpudWxsfSwiUmVjdGFuZ2xlU3R5bGUiOnsiJGlkIjoiMjMwIiwiTWFyZ2luIjp7IiRpZCI6IjIzMSIsIlRvcCI6MCwiTGVmdCI6MCwiUmlnaHQiOjAsIkJvdHRvbSI6MH0sIlBhZGRpbmciOnsiJGlkIjoiMjMyIiwiVG9wIjowLCJMZWZ0IjowLCJSaWdodCI6MCwiQm90dG9tIjowfSwiQmFja2dyb3VuZCI6eyIkaWQiOiIyMzMiLCJDb2xvciI6eyIkaWQiOiIyMzQiLCJBIjoxMjcsIlIiOjI1NSwiRyI6MTkyLCJCIjowfX0sIklzVmlzaWJsZSI6dHJ1ZSwiV2lkdGgiOjAuMCwiSGVpZ2h0IjowLjAsIkJvcmRlclN0eWxlIjp7IiRpZCI6IjIzNSIsIkxpbmVDb2xvciI6eyIkaWQiOiIyMzYiLCIkdHlwZSI6Ik5MUkUuQ29tbW9uLkRvbS5Tb2xpZENvbG9yQnJ1c2gsIE5MUkUuQ29tbW9uIiwiQ29sb3IiOnsiJGlkIjoiMjM3IiwiQSI6MjU1LCJSIjo4OCwiRyI6MzksIkIiOjd9fSwiTGluZVdlaWdodCI6MC4wLCJMaW5lVHlwZSI6MCwiUGFyZW50U3R5bGUiOm51bGx9LCJQYXJlbnRTdHlsZSI6bnVsbH0sIk1hcmdpbiI6eyIkaWQiOiIyMzgiLCJUb3AiOjAsIkxlZnQiOjAsIlJpZ2h0IjowLCJCb3R0b20iOjB9LCJQYWRkaW5nIjp7IiRpZCI6IjIzOSIsIlRvcCI6MCwiTGVmdCI6MCwiUmlnaHQiOjAsIkJvdHRvbSI6MH0sIkJhY2tncm91bmQiOm51bGwsIklzVmlzaWJsZSI6dHJ1ZSwiV2lkdGgiOjAuMCwiSGVpZ2h0IjowLjAsIkJvcmRlclN0eWxlIjpudWxsLCJQYXJlbnRTdHlsZSI6bnVsbH0sIkJhY2tncm91bmRTdHlsZSI6eyIkaWQiOiIyNDAiLCJNYXJnaW4iOnsiJGlkIjoiMjQxIiwiVG9wIjowLCJMZWZ0IjowLCJSaWdodCI6MCwiQm90dG9tIjowfSwiUGFkZGluZyI6eyIkaWQiOiIyNDIiLCJUb3AiOjAsIkxlZnQiOjAsIlJpZ2h0IjowLCJCb3R0b20iOjB9LCJCYWNrZ3JvdW5kIjp7IiRpZCI6IjI0MyIsIkNvbG9yIjp7IiRpZCI6IjI0NCIsIkEiOjM4LCJSIjoyNTUsIkciOjE5MiwiQiI6MH19LCJJc1Zpc2libGUiOnRydWUsIldpZHRoIjowLjAsIkhlaWdodCI6MC4wLCJCb3JkZXJTdHlsZSI6eyIkaWQiOiIyNDUiLCJMaW5lQ29sb3IiOnsiJGlkIjoiMjQ2IiwiJHR5cGUiOiJOTFJFLkNvbW1vbi5Eb20uU29saWRDb2xvckJydXNoLCBOTFJFLkNvbW1vbiIsIkNvbG9yIjp7IiRpZCI6IjI0NyIsIkEiOjI1NSwiUiI6ODgsIkciOjM5LCJCIjo3fX0sIkxpbmVXZWlnaHQiOjAuMCwiTGluZVR5cGUiOjAsIlBhcmVudFN0eWxlIjpudWxsfSwiUGFyZW50U3R5bGUiOm51bGx9LCJJc0Fib3ZlVGltZWJhbmQiOmZhbHNlLCJNYXJnaW4iOnsiJGlkIjoiMjQ4IiwiVG9wIjowLCJMZWZ0IjowLCJSaWdodCI6MCwiQm90dG9tIjowfSwiUGFkZGluZyI6eyIkaWQiOiIyNDkiLCJUb3AiOjAsIkxlZnQiOjAsIlJpZ2h0IjowLCJCb3R0b20iOjB9LCJJc1Zpc2libGUiOnRydWUsIldpZHRoIjowLjAsIkhlaWdodCI6MC4wLCJCb3JkZXJTdHlsZSI6bnVsbCwiUGFyZW50U3R5bGUiOm51bGx9LCJUYXNrcyI6W10sIk1pbGVzdG9uZXMiOlt7IiRpZCI6IjI1MCIsIklkIjoiYzA4NzlmYzctODM4OC00ZTM0LTg1NGItY2MzYTc5MmUwNzRkIiwiSW5kZXgiOjAsIkdyb3VwSWQiOiJiZTBlYzZjNS01NjFmLTQwYWYtODQzNC1hMWZmODRkNDIwNGQiLCJUaXRsZSI6IkZlYXNpYmlsaXR5IFJldmlldyIsIkRhdGVUaW1lIjoiMjAyMC0wMy0xMVQyMzo1OTowMFoiLCJQZXJjZW50YWdlQ29tcGxldGUiOm51bGwsIk5vdGUiOm51bGwsIlN0eWxlIjp7IiRpZCI6IjI1MSIsIlRpdGxlUG9zaXRpb24iOiJMZWZ0IiwiRGF0ZVBvc2l0aW9uIjoiUmlnaHQiLCJTaGFwZVR5cGUiOjEsIlNoYXBlU2l6ZSI6MSwiU2hhcGVTdHlsZSI6eyIkaWQiOiIyNTIiLCJNYXJnaW4iOnsiJHJlZiI6IjE3NiJ9LCJQYWRkaW5nIjp7IiRyZWYiOiIxNzcifSwiQmFja2dyb3VuZCI6eyIkaWQiOiIyNTMiLCJDb2xvciI6eyIkaWQiOiIyNTQiLCJBIjoyNTUsIlIiOjE3OCwiRyI6MTQsIkIiOjE4fX0sIklzVmlzaWJsZSI6dHJ1ZSwiV2lkdGgiOjEzLjAsIkhlaWdodCI6MTMuMCwiQm9yZGVyU3R5bGUiOnsiJGlkIjoiMjU1IiwiTGluZUNvbG9yIjpudWxsLCJMaW5lV2VpZ2h0IjowLjAsIkxpbmVUeXBlIjowLCJQYXJlbnRTdHlsZSI6bnVsbH0sIlBhcmVudFN0eWxlIjpudWxsfSwiVGl0bGVTdHlsZSI6eyIkaWQiOiIyNTYiLCJGb250U2V0dGluZ3MiOnsiJGlkIjoiMjU3IiwiRm9udFNpemUiOjExLCJGb250TmFtZSI6IkNhbGlicmkiLCJJc0JvbGQiOnRydWUsIklzSXRhbGljIjpmYWxzZSwiSXNVbmRlcmxpbmVkIjpmYWxzZSwiUGFyZW50U3R5bGUiOm51bGx9LCJBdXRvU2l6ZSI6MCwiRm9yZWdyb3VuZCI6eyIkaWQiOiIyNTgiLCJDb2xvciI6eyIkaWQiOiIyNTk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E4NSJ9LCJQYWRkaW5nIjp7IiRyZWYiOiIxODYifSwiQmFja2dyb3VuZCI6eyIkcmVmIjoiNzMifSwiSXNWaXNpYmxlIjp0cnVlLCJXaWR0aCI6MC4wLCJIZWlnaHQiOjAuMCwiQm9yZGVyU3R5bGUiOm51bGwsIlBhcmVudFN0eWxlIjpudWxsfSwiRGF0ZVN0eWxlIjp7IiRpZCI6IjI2MCIsIkZvbnRTZXR0aW5ncyI6eyIkaWQiOiIyNjEiLCJGb250U2l6ZSI6MTAsIkZvbnROYW1lIjoiQ2FsaWJyaSIsIklzQm9sZCI6ZmFsc2UsIklzSXRhbGljIjpmYWxzZSwiSXNVbmRlcmxpbmVkIjpmYWxzZSwiUGFyZW50U3R5bGUiOm51bGx9LCJBdXRvU2l6ZSI6MCwiRm9yZWdyb3VuZCI6eyIkaWQiOiIyNjIiLCJDb2xvciI6eyIkaWQiOiIyNjMiLCJBIjoyNTUsIlIiOjY4LCJHIjo4NCwiQiI6MTA2fX0sIk1heFdpZHRoIjoyMDAuMCwiTWF4SGVpZ2h0IjoiSW5maW5pdHkiLCJTbWFydEZvcmVncm91bmRJc0FjdGl2ZSI6ZmFsc2UsIkhvcml6b250YWxBbGlnbm1lbnQiOjAsIlZlcnRpY2FsQWxpZ25tZW50IjowLCJTbWFydEZvcmVncm91bmQiOm51bGwsIkJhY2tncm91bmRGaWxsVHlwZSI6MCwiTWFyZ2luIjp7IiRyZWYiOiIxOTIifSwiUGFkZGluZyI6eyIkcmVmIjoiMTkzIn0sIkJhY2tncm91bmQiOnsiJHJlZiI6IjgwIn0sIklzVmlzaWJsZSI6dHJ1ZSwiV2lkdGgiOjAuMCwiSGVpZ2h0IjowLjAsIkJvcmRlclN0eWxlIjpudWxsLCJQYXJlbnRTdHlsZSI6bnVsbH0sIkRhdGVGb3JtYXQiOnsiJHJlZiI6IjgxIn0sIldlZWtOdW1iZXJpbmciOnsiJGlkIjoiMjY0IiwiRm9ybWF0IjowLCJJc1Zpc2libGUiOmZhbHNlLCJMYXN0S25vd25WaXNpYmlsaXR5U3RhdGUiOmZhbHNlfSwiSXNWaXNpYmxlIjp0cnVlLCJQYXJlbnRTdHlsZSI6bnVsbH0sIkh5cGVybGluayI6eyIkaWQiOiIyNjUiLCJBZGRyZXNzIjoiIiwiU3ViQWRkcmVzcyI6IiJ9LCJJbXBvcnRJZCI6bnVsbH0seyIkaWQiOiIyNjYiLCJJZCI6IjkzYzZkNTRhLWZkNzctNDUzZC04N2EzLWJkNjI5NGRiN2VjOSIsIkluZGV4IjoxLCJHcm91cElkIjoiYmUwZWM2YzUtNTYxZi00MGFmLTg0MzQtYTFmZjg0ZDQyMDRkIiwiVGl0bGUiOiJNaWQtY3ljbGUgUmV2aWV3IiwiRGF0ZVRpbWUiOiIyMDIwLTA0LTE2VDIzOjU5OjAwWiIsIlBlcmNlbnRhZ2VDb21wbGV0ZSI6bnVsbCwiTm90ZSI6bnVsbCwiU3R5bGUiOnsiJGlkIjoiMjY3IiwiVGl0bGVQb3NpdGlvbiI6IkxlZnQiLCJEYXRlUG9zaXRpb24iOiJSaWdodCIsIlNoYXBlVHlwZSI6MSwiU2hhcGVTaXplIjoxLCJTaGFwZVN0eWxlIjp7IiRpZCI6IjI2OCIsIk1hcmdpbiI6eyIkcmVmIjoiMTc2In0sIlBhZGRpbmciOnsiJHJlZiI6IjE3NyJ9LCJCYWNrZ3JvdW5kIjp7IiRpZCI6IjI2OSIsIkNvbG9yIjp7IiRpZCI6IjI3MCIsIkEiOjI1NSwiUiI6MTc4LCJHIjoxNCwiQiI6MTh9fSwiSXNWaXNpYmxlIjp0cnVlLCJXaWR0aCI6MTMuMCwiSGVpZ2h0IjoxMy4wLCJCb3JkZXJTdHlsZSI6eyIkaWQiOiIyNzEiLCJMaW5lQ29sb3IiOm51bGwsIkxpbmVXZWlnaHQiOjAuMCwiTGluZVR5cGUiOjAsIlBhcmVudFN0eWxlIjpudWxsfSwiUGFyZW50U3R5bGUiOm51bGx9LCJUaXRsZVN0eWxlIjp7IiRpZCI6IjI3MiIsIkZvbnRTZXR0aW5ncyI6eyIkaWQiOiIyNzMiLCJGb250U2l6ZSI6MTEsIkZvbnROYW1lIjoiQ2FsaWJyaSIsIklzQm9sZCI6dHJ1ZSwiSXNJdGFsaWMiOmZhbHNlLCJJc1VuZGVybGluZWQiOmZhbHNlLCJQYXJlbnRTdHlsZSI6bnVsbH0sIkF1dG9TaXplIjowLCJGb3JlZ3JvdW5kIjp7IiRpZCI6IjI3NCIsIkNvbG9yIjp7IiRpZCI6IjI3NSIsIkEiOjI1NSwiUiI6MCwiRyI6MCwiQiI6MH19LCJNYXhXaWR0aCI6MjAwLjAsIk1heEhlaWdodCI6IkluZmluaXR5IiwiU21hcnRGb3JlZ3JvdW5kSXNBY3RpdmUiOmZhbHNlLCJIb3Jpem9udGFsQWxpZ25tZW50IjoyLCJWZXJ0aWNhbEFsaWdubWVudCI6MCwiU21hcnRGb3JlZ3JvdW5kIjpudWxsLCJCYWNrZ3JvdW5kRmlsbFR5cGUiOjAsIk1hcmdpbiI6eyIkcmVmIjoiMTg1In0sIlBhZGRpbmciOnsiJHJlZiI6IjE4NiJ9LCJCYWNrZ3JvdW5kIjp7IiRyZWYiOiI3MyJ9LCJJc1Zpc2libGUiOnRydWUsIldpZHRoIjowLjAsIkhlaWdodCI6MC4wLCJCb3JkZXJTdHlsZSI6bnVsbCwiUGFyZW50U3R5bGUiOm51bGx9LCJEYXRlU3R5bGUiOnsiJGlkIjoiMjc2IiwiRm9udFNldHRpbmdzIjp7IiRpZCI6IjI3NyIsIkZvbnRTaXplIjoxMCwiRm9udE5hbWUiOiJDYWxpYnJpIiwiSXNCb2xkIjpmYWxzZSwiSXNJdGFsaWMiOmZhbHNlLCJJc1VuZGVybGluZWQiOmZhbHNlLCJQYXJlbnRTdHlsZSI6bnVsbH0sIkF1dG9TaXplIjowLCJGb3JlZ3JvdW5kIjp7IiRpZCI6IjI3OCIsIkNvbG9yIjp7IiRpZCI6IjI3O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E5MiJ9LCJQYWRkaW5nIjp7IiRyZWYiOiIxOTMifSwiQmFja2dyb3VuZCI6eyIkcmVmIjoiODAifSwiSXNWaXNpYmxlIjp0cnVlLCJXaWR0aCI6MC4wLCJIZWlnaHQiOjAuMCwiQm9yZGVyU3R5bGUiOm51bGwsIlBhcmVudFN0eWxlIjpudWxsfSwiRGF0ZUZvcm1hdCI6eyIkcmVmIjoiODEifSwiV2Vla051bWJlcmluZyI6eyIkaWQiOiIyODAiLCJGb3JtYXQiOjAsIklzVmlzaWJsZSI6ZmFsc2UsIkxhc3RLbm93blZpc2liaWxpdHlTdGF0ZSI6ZmFsc2V9LCJJc1Zpc2libGUiOnRydWUsIlBhcmVudFN0eWxlIjpudWxsfSwiSHlwZXJsaW5rIjp7IiRpZCI6IjI4MSIsIkFkZHJlc3MiOiIiLCJTdWJBZGRyZXNzIjoiIn0sIkltcG9ydElkIjpudWxsfSx7IiRpZCI6IjI4MiIsIklkIjoiYTRmZjE5MDYtMDBiZi00ZGI4LWIwMTctYzNkZjFjZmQ0YWI2IiwiSW5kZXgiOjIsIkdyb3VwSWQiOiJiZTBlYzZjNS01NjFmLTQwYWYtODQzNC1hMWZmODRkNDIwNGQiLCJUaXRsZSI6IlByZS1yZWxlYXNlIFJldmlldyIsIkRhdGVUaW1lIjoiMjAyMC0wNS0xOFQyMzo1OTowMFoiLCJQZXJjZW50YWdlQ29tcGxldGUiOm51bGwsIk5vdGUiOm51bGwsIlN0eWxlIjp7IiRpZCI6IjI4MyIsIlRpdGxlUG9zaXRpb24iOiJMZWZ0IiwiRGF0ZVBvc2l0aW9uIjoiUmlnaHQiLCJTaGFwZVR5cGUiOjEsIlNoYXBlU2l6ZSI6MSwiU2hhcGVTdHlsZSI6eyIkaWQiOiIyODQiLCJNYXJnaW4iOnsiJHJlZiI6IjYwIn0sIlBhZGRpbmciOnsiJHJlZiI6IjYxIn0sIkJhY2tncm91bmQiOnsiJGlkIjoiMjg1IiwiQ29sb3IiOnsiJGlkIjoiMjg2IiwiQSI6MjU1LCJSIjoxNzgsIkciOjE0LCJCIjoxOH19LCJJc1Zpc2libGUiOnRydWUsIldpZHRoIjoxOC4wLCJIZWlnaHQiOjIwLjAsIkJvcmRlclN0eWxlIjp7IiRpZCI6IjI4NyIsIkxpbmVDb2xvciI6bnVsbCwiTGluZVdlaWdodCI6MC4wLCJMaW5lVHlwZSI6MCwiUGFyZW50U3R5bGUiOm51bGx9LCJQYXJlbnRTdHlsZSI6bnVsbH0sIlRpdGxlU3R5bGUiOnsiJGlkIjoiMjg4IiwiRm9udFNldHRpbmdzIjp7IiRpZCI6IjI4OSIsIkZvbnRTaXplIjoxMSwiRm9udE5hbWUiOiJDYWxpYnJpIiwiSXNCb2xkIjp0cnVlLCJJc0l0YWxpYyI6ZmFsc2UsIklzVW5kZXJsaW5lZCI6ZmFsc2UsIlBhcmVudFN0eWxlIjpudWxsfSwiQXV0b1NpemUiOjAsIkZvcmVncm91bmQiOnsiJGlkIjoiMjkwIiwiQ29sb3IiOnsiJGlkIjoiMjkxIiwiQSI6MjU1LCJSIjowLCJHIjowLCJCIjowfX0sIk1heFdpZHRoIjoyMDAuMCwiTWF4SGVpZ2h0IjoiSW5maW5pdHkiLCJTbWFydEZvcmVncm91bmRJc0FjdGl2ZSI6ZmFsc2UsIkhvcml6b250YWxBbGlnbm1lbnQiOjIsIlZlcnRpY2FsQWxpZ25tZW50IjowLCJTbWFydEZvcmVncm91bmQiOm51bGwsIkJhY2tncm91bmRGaWxsVHlwZSI6MCwiTWFyZ2luIjp7IiRyZWYiOiI3MSJ9LCJQYWRkaW5nIjp7IiRyZWYiOiI3MiJ9LCJCYWNrZ3JvdW5kIjp7IiRyZWYiOiI3MyJ9LCJJc1Zpc2libGUiOnRydWUsIldpZHRoIjowLjAsIkhlaWdodCI6MC4wLCJCb3JkZXJTdHlsZSI6bnVsbCwiUGFyZW50U3R5bGUiOm51bGx9LCJEYXRlU3R5bGUiOnsiJGlkIjoiMjkyIiwiRm9udFNldHRpbmdzIjp7IiRpZCI6IjI5MyIsIkZvbnRTaXplIjoxMCwiRm9udE5hbWUiOiJDYWxpYnJpIiwiSXNCb2xkIjpmYWxzZSwiSXNJdGFsaWMiOmZhbHNlLCJJc1VuZGVybGluZWQiOmZhbHNlLCJQYXJlbnRTdHlsZSI6bnVsbH0sIkF1dG9TaXplIjowLCJGb3JlZ3JvdW5kIjp7IiRpZCI6IjI5NCIsIkNvbG9yIjp7IiRpZCI6IjI5N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c4In0sIlBhZGRpbmciOnsiJHJlZiI6Ijc5In0sIkJhY2tncm91bmQiOnsiJHJlZiI6IjgwIn0sIklzVmlzaWJsZSI6dHJ1ZSwiV2lkdGgiOjAuMCwiSGVpZ2h0IjowLjAsIkJvcmRlclN0eWxlIjpudWxsLCJQYXJlbnRTdHlsZSI6bnVsbH0sIkRhdGVGb3JtYXQiOnsiJHJlZiI6IjgxIn0sIldlZWtOdW1iZXJpbmciOnsiJGlkIjoiMjk2IiwiRm9ybWF0IjowLCJJc1Zpc2libGUiOmZhbHNlLCJMYXN0S25vd25WaXNpYmlsaXR5U3RhdGUiOmZhbHNlfSwiSXNWaXNpYmxlIjp0cnVlLCJQYXJlbnRTdHlsZSI6bnVsbH0sIkh5cGVybGluayI6eyIkaWQiOiIyOTciLCJBZGRyZXNzIjoiIiwiU3ViQWRkcmVzcyI6IiJ9LCJJbXBvcnRJZCI6IiJ9XX0seyIkaWQiOiIyOTgiLCJJZCI6IjUyYjliNDA5LTk0ODUtNDk2ZS1iNTcyLWZiODU5OTIyZjAzZSIsIkluZGV4IjoxLCJIZWFkZXJUZXh0IjoiZm9ybWF0aW9ucyIsIlN0eWxlIjp7IiRpZCI6IjI5OSIsIkhlYWRlclN0eWxlIjp7IiRpZCI6IjMwMCIsIlRleHRTdHlsZSI6eyIkaWQiOiIzMDEiLCJGb250U2V0dGluZ3MiOnsiJGlkIjoiMzAyIiwiRm9udFNpemUiOjEyLCJGb250TmFtZSI6IkNhbGlicmkiLCJJc0JvbGQiOnRydWUsIklzSXRhbGljIjpmYWxzZSwiSXNVbmRlcmxpbmVkIjpmYWxzZSwiUGFyZW50U3R5bGUiOm51bGx9LCJBdXRvU2l6ZSI6MCwiRm9yZWdyb3VuZCI6eyIkaWQiOiIzMDMiLCJDb2xvciI6eyIkaWQiOiIzMDQiLCJBIjoyNTUsIlIiOjIyLCJHIjoyOCwiQiI6MzV9fSwiTWF4V2lkdGgiOiJJbmZpbml0eSIsIk1heEhlaWdodCI6IkluZmluaXR5IiwiU21hcnRGb3JlZ3JvdW5kSXNBY3RpdmUiOmZhbHNlLCJIb3Jpem9udGFsQWxpZ25tZW50IjowLCJWZXJ0aWNhbEFsaWdubWVudCI6MCwiU21hcnRGb3JlZ3JvdW5kIjpudWxsLCJCYWNrZ3JvdW5kRmlsbFR5cGUiOjAsIk1hcmdpbiI6eyIkcmVmIjoiMjI4In0sIlBhZGRpbmciOnsiJHJlZiI6IjIyOSJ9LCJCYWNrZ3JvdW5kIjpudWxsLCJJc1Zpc2libGUiOnRydWUsIldpZHRoIjowLjAsIkhlaWdodCI6MC4wLCJCb3JkZXJTdHlsZSI6bnVsbCwiUGFyZW50U3R5bGUiOm51bGx9LCJSZWN0YW5nbGVTdHlsZSI6eyIkaWQiOiIzMDUiLCJNYXJnaW4iOnsiJHJlZiI6IjIzMSJ9LCJQYWRkaW5nIjp7IiRyZWYiOiIyMzIifSwiQmFja2dyb3VuZCI6eyIkaWQiOiIzMDYiLCJDb2xvciI6eyIkaWQiOiIzMDciLCJBIjoxMjcsIlIiOjY4LCJHIjoxMTQsIkIiOjE5Nn19LCJJc1Zpc2libGUiOnRydWUsIldpZHRoIjowLjAsIkhlaWdodCI6MC4wLCJCb3JkZXJTdHlsZSI6eyIkaWQiOiIzMDgiLCJMaW5lQ29sb3IiOnsiJGlkIjoiMzA5IiwiJHR5cGUiOiJOTFJFLkNvbW1vbi5Eb20uU29saWRDb2xvckJydXNoLCBOTFJFLkNvbW1vbiIsIkNvbG9yIjp7IiRpZCI6IjMxMCIsIkEiOjI1NSwiUiI6MjIsIkciOjI4LCJCIjozNX19LCJMaW5lV2VpZ2h0IjowLjAsIkxpbmVUeXBlIjowLCJQYXJlbnRTdHlsZSI6bnVsbH0sIlBhcmVudFN0eWxlIjpudWxsfSwiTWFyZ2luIjp7IiRyZWYiOiIyMzgifSwiUGFkZGluZyI6eyIkcmVmIjoiMjM5In0sIkJhY2tncm91bmQiOm51bGwsIklzVmlzaWJsZSI6dHJ1ZSwiV2lkdGgiOjAuMCwiSGVpZ2h0IjowLjAsIkJvcmRlclN0eWxlIjpudWxsLCJQYXJlbnRTdHlsZSI6bnVsbH0sIkJhY2tncm91bmRTdHlsZSI6eyIkaWQiOiIzMTEiLCJNYXJnaW4iOnsiJHJlZiI6IjI0MSJ9LCJQYWRkaW5nIjp7IiRyZWYiOiIyNDIifSwiQmFja2dyb3VuZCI6eyIkaWQiOiIzMTIiLCJDb2xvciI6eyIkaWQiOiIzMTMiLCJBIjozOCwiUiI6NjgsIkciOjExNCwiQiI6MTk2fX0sIklzVmlzaWJsZSI6dHJ1ZSwiV2lkdGgiOjAuMCwiSGVpZ2h0IjowLjAsIkJvcmRlclN0eWxlIjp7IiRpZCI6IjMxNCIsIkxpbmVDb2xvciI6eyIkaWQiOiIzMTUiLCIkdHlwZSI6Ik5MUkUuQ29tbW9uLkRvbS5Tb2xpZENvbG9yQnJ1c2gsIE5MUkUuQ29tbW9uIiwiQ29sb3IiOnsiJGlkIjoiMzE2IiwiQSI6MjU1LCJSIjoyMiwiRyI6MjgsIkIiOjM1fX0sIkxpbmVXZWlnaHQiOjAuMCwiTGluZVR5cGUiOjAsIlBhcmVudFN0eWxlIjpudWxsfSwiUGFyZW50U3R5bGUiOm51bGx9LCJJc0Fib3ZlVGltZWJhbmQiOmZhbHNlLCJNYXJnaW4iOnsiJHJlZiI6IjI0OCJ9LCJQYWRkaW5nIjp7IiRyZWYiOiIyNDkifSwiSXNWaXNpYmxlIjp0cnVlLCJXaWR0aCI6MC4wLCJIZWlnaHQiOjAuMCwiQm9yZGVyU3R5bGUiOm51bGwsIlBhcmVudFN0eWxlIjpudWxsfSwiVGFza3MiOlt7IiRpZCI6IjMxNyIsIl9hdHRhY2hlZE1pbGVzdG9uZXMiOltdLCJUYXNrRGVmaW5pdGlvbiI6eyIkaWQiOiIzMTgiLCJHcm91cE5hbWUiOm51bGwsIlN0YXJ0RGF0ZSI6IjIwMjAtMDItMDlUMDA6MDA6MDBaIiwiRW5kRGF0ZSI6IjIwMjAtMDItMjhUMTM6NTI6MDBaIiwiUGVyY2VudGFnZUNvbXBsZXRlIjpudWxsLCJTdHlsZSI6eyIkaWQiOiIzMTkiLCJTaGFwZSI6MSwiU2hhcGVUaGlja25lc3MiOjEsIkR1cmF0aW9uRm9ybWF0IjowLCJJbmNsdWRlTm9uV29ya2luZ0RheXNJbkR1cmF0aW9uIjpmYWxzZSwiUGVyY2VudGFnZUNvbXBsZXRlU3R5bGUiOnsiJGlkIjoiMzIwIiwiRm9udFNldHRpbmdzIjp7IiRpZCI6IjMyMSIsIkZvbnRTaXplIjoxMCwiRm9udE5hbWUiOiJDYWxpYnJpIiwiSXNCb2xkIjpmYWxzZSwiSXNJdGFsaWMiOmZhbHNlLCJJc1VuZGVybGluZWQiOmZhbHNlLCJQYXJlbnRTdHlsZSI6bnVsbH0sIkF1dG9TaXplIjowLCJGb3JlZ3JvdW5kIjp7IiRyZWYiOiI4NyJ9LCJNYXhXaWR0aCI6MjAwLjAsIk1heEhlaWdodCI6IkluZmluaXR5IiwiU21hcnRGb3JlZ3JvdW5kSXNBY3RpdmUiOmZhbHNlLCJIb3Jpem9udGFsQWxpZ25tZW50IjowLCJWZXJ0aWNhbEFsaWdubWVudCI6MCwiU21hcnRGb3JlZ3JvdW5kIjpudWxsLCJCYWNrZ3JvdW5kRmlsbFR5cGUiOjAsIk1hcmdpbiI6eyIkaWQiOiIzMjIiLCJUb3AiOjAsIkxlZnQiOjAsIlJpZ2h0IjowLCJCb3R0b20iOjB9LCJQYWRkaW5nIjp7IiRpZCI6IjMyMyIsIlRvcCI6MCwiTGVmdCI6MCwiUmlnaHQiOjAsIkJvdHRvbSI6MH0sIkJhY2tncm91bmQiOnsiJHJlZiI6IjkxIn0sIklzVmlzaWJsZSI6dHJ1ZSwiV2lkdGgiOjAuMCwiSGVpZ2h0IjowLjAsIkJvcmRlclN0eWxlIjp7IiRpZCI6IjMyNCIsIkxpbmVDb2xvciI6bnVsbCwiTGluZVdlaWdodCI6MC4wLCJMaW5lVHlwZSI6MCwiUGFyZW50U3R5bGUiOm51bGx9LCJQYXJlbnRTdHlsZSI6bnVsbH0sIkR1cmF0aW9uU3R5bGUiOnsiJGlkIjoiMzI1IiwiRm9udFNldHRpbmdzIjp7IiRpZCI6IjMyNiIsIkZvbnRTaXplIjoxMCwiRm9udE5hbWUiOiJDYWxpYnJpIiwiSXNCb2xkIjpmYWxzZSwiSXNJdGFsaWMiOmZhbHNlLCJJc1VuZGVybGluZWQiOmZhbHNlLCJQYXJlbnRTdHlsZSI6bnVsbH0sIkF1dG9TaXplIjowLCJGb3JlZ3JvdW5kIjp7IiRyZWYiOiI5NSJ9LCJNYXhXaWR0aCI6MjAwLjAsIk1heEhlaWdodCI6IkluZmluaXR5IiwiU21hcnRGb3JlZ3JvdW5kSXNBY3RpdmUiOmZhbHNlLCJIb3Jpem9udGFsQWxpZ25tZW50IjowLCJWZXJ0aWNhbEFsaWdubWVudCI6MCwiU21hcnRGb3JlZ3JvdW5kIjpudWxsLCJCYWNrZ3JvdW5kRmlsbFR5cGUiOjAsIk1hcmdpbiI6eyIkaWQiOiIzMjciLCJUb3AiOjAsIkxlZnQiOjAsIlJpZ2h0IjowLCJCb3R0b20iOjB9LCJQYWRkaW5nIjp7IiRpZCI6IjMyOCIsIlRvcCI6MCwiTGVmdCI6MCwiUmlnaHQiOjAsIkJvdHRvbSI6MH0sIkJhY2tncm91bmQiOnsiJHJlZiI6Ijk5In0sIklzVmlzaWJsZSI6dHJ1ZSwiV2lkdGgiOjAuMCwiSGVpZ2h0IjowLjAsIkJvcmRlclN0eWxlIjp7IiRpZCI6IjMyOSIsIkxpbmVDb2xvciI6bnVsbCwiTGluZVdlaWdodCI6MC4wLCJMaW5lVHlwZSI6MCwiUGFyZW50U3R5bGUiOm51bGx9LCJQYXJlbnRTdHlsZSI6bnVsbH0sIkhvcml6b250YWxDb25uZWN0b3JTdHlsZSI6eyIkaWQiOiIzMzAiLCJMaW5lQ29sb3IiOnsiJHJlZiI6IjEwMSJ9LCJMaW5lV2VpZ2h0IjowLjgsIkxpbmVUeXBlIjowLCJQYXJlbnRTdHlsZSI6bnVsbH0sIlZlcnRpY2FsQ29ubmVjdG9yU3R5bGUiOnsiJGlkIjoiMzMxIiwiTGluZUNvbG9yIjp7IiRyZWYiOiIxMDQifSwiTGluZVdlaWdodCI6MC4wLCJMaW5lVHlwZSI6MCwiUGFyZW50U3R5bGUiOm51bGx9LCJNYXJnaW4iOm51bGwsIlN0YXJ0RGF0ZVBvc2l0aW9uIjo2LCJFbmREYXRlUG9zaXRpb24iOjYsIkRhdGVJc1Zpc2libGUiOmZhbHNlLCJUaXRsZVBvc2l0aW9uIjoyLCJEdXJhdGlvblBvc2l0aW9uIjo2LCJQZXJjZW50YWdlQ29tcGxldGVkUG9zaXRpb24iOjYsIlNwYWNpbmciOjUsIklzQmVsb3dUaW1lYmFuZCI6dHJ1ZSwiUGVyY2VudGFnZUNvbXBsZXRlU2hhcGVPcGFjaXR5IjozNSwiU2hhcGVTdHlsZSI6eyIkaWQiOiIzMzIiLCJNYXJnaW4iOnsiJGlkIjoiMzMzIiwiVG9wIjowLCJMZWZ0Ijo0LCJSaWdodCI6NCwiQm90dG9tIjowfSwiUGFkZGluZyI6eyIkaWQiOiIzMzQiLCJUb3AiOjAsIkxlZnQiOjAsIlJpZ2h0IjowLCJCb3R0b20iOjB9LCJCYWNrZ3JvdW5kIjp7IiRpZCI6IjMzNSIsIkNvbG9yIjp7IiRpZCI6IjMzNiIsIkEiOjI1NSwiUiI6MjU1LCJHIjoxOTIsIkIiOjB9fSwiSXNWaXNpYmxlIjp0cnVlLCJXaWR0aCI6MTE4LjAsIkhlaWdodCI6MTYuMCwiQm9yZGVyU3R5bGUiOnsiJGlkIjoiMzM3IiwiTGluZUNvbG9yIjp7IiRyZWYiOiIxMTIifSwiTGluZVdlaWdodCI6MC4wLCJMaW5lVHlwZSI6MCwiUGFyZW50U3R5bGUiOm51bGx9LCJQYXJlbnRTdHlsZSI6bnVsbH0sIlRpdGxlU3R5bGUiOnsiJGlkIjoiMzM4IiwiRm9udFNldHRpbmdzIjp7IiRpZCI6IjMzOSIsIkZvbnRTaXplIjoxMSwiRm9udE5hbWUiOiJDYWxpYnJpIiwiSXNCb2xkIjp0cnVlLCJJc0l0YWxpYyI6ZmFsc2UsIklzVW5kZXJsaW5lZCI6ZmFsc2UsIlBhcmVudFN0eWxlIjpudWxsfSwiQXV0b1NpemUiOjAsIkZvcmVncm91bmQiOnsiJGlkIjoiMzQwIiwiQ29sb3IiOnsiJGlkIjoiMzQxIiwiQSI6MjU1LCJSIjowLCJHIjowLCJCIjowfX0sIk1heFdpZHRoIjoyMDAuMCwiTWF4SGVpZ2h0IjoiSW5maW5pdHkiLCJTbWFydEZvcmVncm91bmRJc0FjdGl2ZSI6ZmFsc2UsIkhvcml6b250YWxBbGlnbm1lbnQiOjEsIlZlcnRpY2FsQWxpZ25tZW50IjowLCJTbWFydEZvcmVncm91bmQiOm51bGwsIkJhY2tncm91bmRGaWxsVHlwZSI6MCwiTWFyZ2luIjp7IiRpZCI6IjM0MiIsIlRvcCI6MCwiTGVmdCI6MCwiUmlnaHQiOjAsIkJvdHRvbSI6MH0sIlBhZGRpbmciOnsiJGlkIjoiMzQzIiwiVG9wIjowLCJMZWZ0IjowLCJSaWdodCI6MCwiQm90dG9tIjowfSwiQmFja2dyb3VuZCI6eyIkcmVmIjoiMTIwIn0sIklzVmlzaWJsZSI6dHJ1ZSwiV2lkdGgiOjAuMCwiSGVpZ2h0IjowLjAsIkJvcmRlclN0eWxlIjp7IiRpZCI6IjM0NCIsIkxpbmVDb2xvciI6bnVsbCwiTGluZVdlaWdodCI6MC4wLCJMaW5lVHlwZSI6MCwiUGFyZW50U3R5bGUiOm51bGx9LCJQYXJlbnRTdHlsZSI6bnVsbH0sIkRhdGVTdHlsZSI6eyIkaWQiOiIzNDUiLCJGb250U2V0dGluZ3MiOnsiJGlkIjoiMzQ2IiwiRm9udFNpemUiOjEwLCJGb250TmFtZSI6IkNhbGlicmkiLCJJc0JvbGQiOmZhbHNlLCJJc0l0YWxpYyI6ZmFsc2UsIklzVW5kZXJsaW5lZCI6ZmFsc2UsIlBhcmVudFN0eWxlIjpudWxsfSwiQXV0b1NpemUiOjAsIkZvcmVncm91bmQiOnsiJGlkIjoiMzQ3IiwiQ29sb3IiOnsiJGlkIjoiMzQ4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aWQiOiIzNDkiLCJUb3AiOjAsIkxlZnQiOjAsIlJpZ2h0IjowLCJCb3R0b20iOjB9LCJQYWRkaW5nIjp7IiRpZCI6IjM1MCIsIlRvcCI6MCwiTGVmdCI6MCwiUmlnaHQiOjAsIkJvdHRvbSI6MH0sIkJhY2tncm91bmQiOnsiJHJlZiI6IjEyNyJ9LCJJc1Zpc2libGUiOnRydWUsIldpZHRoIjowLjAsIkhlaWdodCI6MC4wLCJCb3JkZXJTdHlsZSI6eyIkaWQiOiIzNTEiLCJMaW5lQ29sb3IiOm51bGwsIkxpbmVXZWlnaHQiOjAuMCwiTGluZVR5cGUiOjAsIlBhcmVudFN0eWxlIjpudWxsfSwiUGFyZW50U3R5bGUiOm51bGx9LCJEYXRlRm9ybWF0Ijp7IiRyZWYiOiIxMjgifSwiV2Vla051bWJlcmluZyI6eyIkaWQiOiIzNTIiLCJGb3JtYXQiOjAsIklzVmlzaWJsZSI6ZmFsc2UsIkxhc3RLbm93blZpc2liaWxpdHlTdGF0ZSI6ZmFsc2V9LCJJc1Zpc2libGUiOmZhbHNlLCJQYXJlbnRTdHlsZSI6bnVsbH0sIkluZGV4IjowLCJTbWFydER1cmF0aW9uQWN0aXZhdGVkIjpmYWxzZSwiRGF0ZUZvcm1hdCI6eyIkcmVmIjoiMTI4In0sIldlZWtOdW1iZXJpbmciOnsiJGlkIjoiMzUzIiwiRm9ybWF0IjowLCJJc1Zpc2libGUiOmZhbHNlLCJMYXN0S25vd25WaXNpYmlsaXR5U3RhdGUiOmZhbHNlfSwiSWQiOiIyNTJlOTYwNS04YTM1LTQ2ZTAtYjA2Zi0wZTkzMzkwZDJiMjIiLCJJbXBvcnRJZCI6bnVsbCwiVGl0bGUiOiIiLCJOb3RlIjpudWxsLCJIeXBlcmxpbmsiOnsiJGlkIjoiMzU0IiwiQWRkcmVzcyI6bnVsbCwiU3ViQWRkcmVzcyI6bnVsbH0sIklzQ2hhbmdlZCI6ZmFsc2UsIklzTmV3IjpmYWxzZX19LHsiJGlkIjoiMzU1IiwiX2F0dGFjaGVkTWlsZXN0b25lcyI6W10sIlRhc2tEZWZpbml0aW9uIjp7IiRpZCI6IjM1NiIsIkdyb3VwTmFtZSI6bnVsbCwiU3RhcnREYXRlIjoiMjAyMC0wMi0yN1QwMDowMDowMFoiLCJFbmREYXRlIjoiMjAyMC0wMy0wNlQyMzo1OTowMFoiLCJQZXJjZW50YWdlQ29tcGxldGUiOm51bGwsIlN0eWxlIjp7IiRpZCI6IjM1NyIsIlNoYXBlIjoxLCJTaGFwZVRoaWNrbmVzcyI6MSwiRHVyYXRpb25Gb3JtYXQiOjAsIkluY2x1ZGVOb25Xb3JraW5nRGF5c0luRHVyYXRpb24iOmZhbHNlLCJQZXJjZW50YWdlQ29tcGxldGVTdHlsZSI6eyIkaWQiOiIzNTgiLCJGb250U2V0dGluZ3MiOnsiJGlkIjoiMzU5IiwiRm9udFNpemUiOjEwLCJGb250TmFtZSI6IkNhbGlicmkiLCJJc0JvbGQiOmZhbHNlLCJJc0l0YWxpYyI6ZmFsc2UsIklzVW5kZXJsaW5lZCI6ZmFsc2UsIlBhcmVudFN0eWxlIjpudWxsfSwiQXV0b1NpemUiOjAsIkZvcmVncm91bmQiOnsiJGlkIjoiMzYwIiwiQ29sb3IiOnsiJGlkIjoiMzYxIiwiQSI6MjU1LCJSIjoyMzgsIkciOjIzNiwiQiI6MjI1fX0sIk1heFdpZHRoIjoyMDAuMCwiTWF4SGVpZ2h0IjoiSW5maW5pdHkiLCJTbWFydEZvcmVncm91bmRJc0FjdGl2ZSI6ZmFsc2UsIkhvcml6b250YWxBbGlnbm1lbnQiOjAsIlZlcnRpY2FsQWxpZ25tZW50IjowLCJTbWFydEZvcmVncm91bmQiOm51bGwsIkJhY2tncm91bmRGaWxsVHlwZSI6MCwiTWFyZ2luIjp7IiRyZWYiOiIzMjIifSwiUGFkZGluZyI6eyIkcmVmIjoiMzIzIn0sIkJhY2tncm91bmQiOnsiJHJlZiI6IjkxIn0sIklzVmlzaWJsZSI6dHJ1ZSwiV2lkdGgiOjAuMCwiSGVpZ2h0IjowLjAsIkJvcmRlclN0eWxlIjp7IiRpZCI6IjM2MiIsIkxpbmVDb2xvciI6bnVsbCwiTGluZVdlaWdodCI6MC4wLCJMaW5lVHlwZSI6MCwiUGFyZW50U3R5bGUiOm51bGx9LCJQYXJlbnRTdHlsZSI6bnVsbH0sIkR1cmF0aW9uU3R5bGUiOnsiJGlkIjoiMzYzIiwiRm9udFNldHRpbmdzIjp7IiRpZCI6IjM2NCIsIkZvbnRTaXplIjoxMCwiRm9udE5hbWUiOiJDYWxpYnJpIiwiSXNCb2xkIjpmYWxzZSwiSXNJdGFsaWMiOmZhbHNlLCJJc1VuZGVybGluZWQiOmZhbHNlLCJQYXJlbnRTdHlsZSI6bnVsbH0sIkF1dG9TaXplIjoyLCJGb3JlZ3JvdW5kIjp7IiRpZCI6IjM2NSIsIkNvbG9yIjp7IiRpZCI6IjM2Ni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MyNyJ9LCJQYWRkaW5nIjp7IiRyZWYiOiIzMjgifSwiQmFja2dyb3VuZCI6eyIkcmVmIjoiOTkifSwiSXNWaXNpYmxlIjpmYWxzZSwiV2lkdGgiOjAuMCwiSGVpZ2h0IjowLjAsIkJvcmRlclN0eWxlIjp7IiRpZCI6IjM2NyIsIkxpbmVDb2xvciI6bnVsbCwiTGluZVdlaWdodCI6MC4wLCJMaW5lVHlwZSI6MCwiUGFyZW50U3R5bGUiOm51bGx9LCJQYXJlbnRTdHlsZSI6bnVsbH0sIkhvcml6b250YWxDb25uZWN0b3JTdHlsZSI6eyIkaWQiOiIzNjgiLCJMaW5lQ29sb3IiOnsiJHJlZiI6IjEwMSJ9LCJMaW5lV2VpZ2h0IjowLjgsIkxpbmVUeXBlIjowLCJQYXJlbnRTdHlsZSI6bnVsbH0sIlZlcnRpY2FsQ29ubmVjdG9yU3R5bGUiOnsiJGlkIjoiMzY5IiwiTGluZUNvbG9yIjp7IiRyZWYiOiIxMDQifSwiTGluZVdlaWdodCI6MC4wLCJMaW5lVHlwZSI6MCwiUGFyZW50U3R5bGUiOm51bGx9LCJNYXJnaW4iOm51bGwsIlN0YXJ0RGF0ZVBvc2l0aW9uIjo2LCJFbmREYXRlUG9zaXRpb24iOjYsIkRhdGVJc1Zpc2libGUiOmZhbHNlLCJUaXRsZVBvc2l0aW9uIjozLCJEdXJhdGlvblBvc2l0aW9uIjo2LCJQZXJjZW50YWdlQ29tcGxldGVkUG9zaXRpb24iOjYsIlNwYWNpbmciOjUsIklzQmVsb3dUaW1lYmFuZCI6dHJ1ZSwiUGVyY2VudGFnZUNvbXBsZXRlU2hhcGVPcGFjaXR5IjozNSwiU2hhcGVTdHlsZSI6eyIkaWQiOiIzNzAiLCJNYXJnaW4iOnsiJHJlZiI6IjMzMyJ9LCJQYWRkaW5nIjp7IiRyZWYiOiIzMzQifSwiQmFja2dyb3VuZCI6eyIkaWQiOiIzNzEiLCJDb2xvciI6eyIkaWQiOiIzNzIiLCJBIjoyNTUsIlIiOjY4LCJHIjoxMTQsIkIiOjE5Nn19LCJJc1Zpc2libGUiOnRydWUsIldpZHRoIjoxMDIuNTIzMzg0MDk0MjM4MjgsIkhlaWdodCI6MTcuOTExMDI0MDkzNjI3OTMsIkJvcmRlclN0eWxlIjp7IiRpZCI6IjM3MyIsIkxpbmVDb2xvciI6eyIkcmVmIjoiMTEyIn0sIkxpbmVXZWlnaHQiOjAuMCwiTGluZVR5cGUiOjAsIlBhcmVudFN0eWxlIjpudWxsfSwiUGFyZW50U3R5bGUiOm51bGx9LCJUaXRsZVN0eWxlIjp7IiRpZCI6IjM3NCIsIkZvbnRTZXR0aW5ncyI6eyIkaWQiOiIzNzUiLCJGb250U2l6ZSI6MTEsIkZvbnROYW1lIjoiQ2FsaWJyaSIsIklzQm9sZCI6dHJ1ZSwiSXNJdGFsaWMiOmZhbHNlLCJJc1VuZGVybGluZWQiOmZhbHNlLCJQYXJlbnRTdHlsZSI6bnVsbH0sIkF1dG9TaXplIjoyLCJGb3JlZ3JvdW5kIjp7IiRpZCI6IjM3NiIsIkNvbG9yIjp7IiRpZCI6IjM3NyIsIkEiOjI1NSwiUiI6MCwiRyI6MCwiQiI6MH19LCJNYXhXaWR0aCI6NDkuMCwiTWF4SGVpZ2h0IjoiSW5maW5pdHkiLCJTbWFydEZvcmVncm91bmRJc0FjdGl2ZSI6ZmFsc2UsIkhvcml6b250YWxBbGlnbm1lbnQiOjIsIlZlcnRpY2FsQWxpZ25tZW50IjowLCJTbWFydEZvcmVncm91bmQiOm51bGwsIkJhY2tncm91bmRGaWxsVHlwZSI6MCwiTWFyZ2luIjp7IiRyZWYiOiIzNDIifSwiUGFkZGluZyI6eyIkcmVmIjoiMzQzIn0sIkJhY2tncm91bmQiOnsiJHJlZiI6IjEyMCJ9LCJJc1Zpc2libGUiOnRydWUsIldpZHRoIjowLjAsIkhlaWdodCI6MC4wLCJCb3JkZXJTdHlsZSI6eyIkaWQiOiIzNzgiLCJMaW5lQ29sb3IiOm51bGwsIkxpbmVXZWlnaHQiOjAuMCwiTGluZVR5cGUiOjAsIlBhcmVudFN0eWxlIjpudWxsfSwiUGFyZW50U3R5bGUiOm51bGx9LCJEYXRlU3R5bGUiOnsiJGlkIjoiMzc5IiwiRm9udFNldHRpbmdzIjp7IiRpZCI6IjM4MCIsIkZvbnRTaXplIjoxMCwiRm9udE5hbWUiOiJDYWxpYnJpIiwiSXNCb2xkIjpmYWxzZSwiSXNJdGFsaWMiOmZhbHNlLCJJc1VuZGVybGluZWQiOmZhbHNlLCJQYXJlbnRTdHlsZSI6bnVsbH0sIkF1dG9TaXplIjowLCJGb3JlZ3JvdW5kIjp7IiRpZCI6IjM4MSIsIkNvbG9yIjp7IiRpZCI6IjM4Mi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M0OSJ9LCJQYWRkaW5nIjp7IiRyZWYiOiIzNTAifSwiQmFja2dyb3VuZCI6eyIkcmVmIjoiMTI3In0sIklzVmlzaWJsZSI6dHJ1ZSwiV2lkdGgiOjAuMCwiSGVpZ2h0IjowLjAsIkJvcmRlclN0eWxlIjp7IiRpZCI6IjM4MyIsIkxpbmVDb2xvciI6bnVsbCwiTGluZVdlaWdodCI6MC4wLCJMaW5lVHlwZSI6MCwiUGFyZW50U3R5bGUiOm51bGx9LCJQYXJlbnRTdHlsZSI6bnVsbH0sIkRhdGVGb3JtYXQiOnsiJHJlZiI6IjEyOCJ9LCJXZWVrTnVtYmVyaW5nIjp7IiRpZCI6IjM4NCIsIkZvcm1hdCI6MCwiSXNWaXNpYmxlIjpmYWxzZSwiTGFzdEtub3duVmlzaWJpbGl0eVN0YXRlIjpmYWxzZX0sIklzVmlzaWJsZSI6dHJ1ZSwiUGFyZW50U3R5bGUiOm51bGx9LCJJbmRleCI6MCwiU21hcnREdXJhdGlvbkFjdGl2YXRlZCI6ZmFsc2UsIkRhdGVGb3JtYXQiOnsiJHJlZiI6IjEyOCJ9LCJXZWVrTnVtYmVyaW5nIjp7IiRpZCI6IjM4NSIsIkZvcm1hdCI6MCwiSXNWaXNpYmxlIjpmYWxzZSwiTGFzdEtub3duVmlzaWJpbGl0eVN0YXRlIjpmYWxzZX0sIklkIjoiZDA0MTI4M2QtOGYzYy00MTIyLWIxMWYtMzI2OTE0MmRiYjhkIiwiSW1wb3J0SWQiOm51bGwsIlRpdGxlIjoiIiwiTm90ZSI6bnVsbCwiSHlwZXJsaW5rIjp7IiRpZCI6IjM4NiIsIkFkZHJlc3MiOm51bGwsIlN1YkFkZHJlc3MiOm51bGx9LCJJc0NoYW5nZWQiOmZhbHNlLCJJc05ldyI6ZmFsc2V9fSx7IiRpZCI6IjM4NyIsIl9hdHRhY2hlZE1pbGVzdG9uZXMiOltdLCJUYXNrRGVmaW5pdGlvbiI6eyIkaWQiOiIzODgiLCJHcm91cE5hbWUiOm51bGwsIlN0YXJ0RGF0ZSI6IjIwMjAtMDItMjdUMDA6MDA6MDBaIiwiRW5kRGF0ZSI6IjIwMjAtMDMtMjNUMjM6NTk6MDBaIiwiUGVyY2VudGFnZUNvbXBsZXRlIjpudWxsLCJTdHlsZSI6eyIkaWQiOiIzODkiLCJTaGFwZSI6MSwiU2hhcGVUaGlja25lc3MiOjMsIkR1cmF0aW9uRm9ybWF0IjowLCJJbmNsdWRlTm9uV29ya2luZ0RheXNJbkR1cmF0aW9uIjpmYWxzZSwiUGVyY2VudGFnZUNvbXBsZXRlU3R5bGUiOnsiJGlkIjoiMzkwIiwiRm9udFNldHRpbmdzIjp7IiRpZCI6IjM5MSIsIkZvbnRTaXplIjoxMCwiRm9udE5hbWUiOiJDYWxpYnJpIiwiSXNCb2xkIjpmYWxzZSwiSXNJdGFsaWMiOmZhbHNlLCJJc1VuZGVybGluZWQiOmZhbHNlLCJQYXJlbnRTdHlsZSI6bnVsbH0sIkF1dG9TaXplIjowLCJGb3JlZ3JvdW5kIjp7IiRpZCI6IjM5MiIsIkNvbG9yIjp7IiRpZCI6IjM5MyIsIkEiOjI1NSwiUiI6MjM4LCJHIjoyMzYsIkIiOjIyNX19LCJNYXhXaWR0aCI6MjAwLjAsIk1heEhlaWdodCI6IkluZmluaXR5IiwiU21hcnRGb3JlZ3JvdW5kSXNBY3RpdmUiOmZhbHNlLCJIb3Jpem9udGFsQWxpZ25tZW50IjowLCJWZXJ0aWNhbEFsaWdubWVudCI6MCwiU21hcnRGb3JlZ3JvdW5kIjpudWxsLCJCYWNrZ3JvdW5kRmlsbFR5cGUiOjAsIk1hcmdpbiI6eyIkcmVmIjoiMzIyIn0sIlBhZGRpbmciOnsiJHJlZiI6IjMyMyJ9LCJCYWNrZ3JvdW5kIjp7IiRyZWYiOiI5MSJ9LCJJc1Zpc2libGUiOnRydWUsIldpZHRoIjowLjAsIkhlaWdodCI6MC4wLCJCb3JkZXJTdHlsZSI6eyIkaWQiOiIzOTQiLCJMaW5lQ29sb3IiOm51bGwsIkxpbmVXZWlnaHQiOjAuMCwiTGluZVR5cGUiOjAsIlBhcmVudFN0eWxlIjpudWxsfSwiUGFyZW50U3R5bGUiOm51bGx9LCJEdXJhdGlvblN0eWxlIjp7IiRpZCI6IjM5NSIsIkZvbnRTZXR0aW5ncyI6eyIkaWQiOiIzOTYiLCJGb250U2l6ZSI6MTAsIkZvbnROYW1lIjoiQ2FsaWJyaSIsIklzQm9sZCI6ZmFsc2UsIklzSXRhbGljIjpmYWxzZSwiSXNVbmRlcmxpbmVkIjpmYWxzZSwiUGFyZW50U3R5bGUiOm51bGx9LCJBdXRvU2l6ZSI6MiwiRm9yZWdyb3VuZCI6eyIkaWQiOiIzOTciLCJDb2xvciI6eyIkaWQiOiIzOTgiLCJBIjoyNTUsIlIiOjE5MiwiRyI6ODAsIkIiOjc3fX0sIk1heFdpZHRoIjoyMDAuMCwiTWF4SGVpZ2h0IjoiSW5maW5pdHkiLCJTbWFydEZvcmVncm91bmRJc0FjdGl2ZSI6ZmFsc2UsIkhvcml6b250YWxBbGlnbm1lbnQiOjAsIlZlcnRpY2FsQWxpZ25tZW50IjowLCJTbWFydEZvcmVncm91bmQiOm51bGwsIkJhY2tncm91bmRGaWxsVHlwZSI6MCwiTWFyZ2luIjp7IiRyZWYiOiIzMjcifSwiUGFkZGluZyI6eyIkcmVmIjoiMzI4In0sIkJhY2tncm91bmQiOnsiJHJlZiI6Ijk5In0sIklzVmlzaWJsZSI6ZmFsc2UsIldpZHRoIjowLjAsIkhlaWdodCI6MC4wLCJCb3JkZXJTdHlsZSI6eyIkaWQiOiIzOTkiLCJMaW5lQ29sb3IiOm51bGwsIkxpbmVXZWlnaHQiOjAuMCwiTGluZVR5cGUiOjAsIlBhcmVudFN0eWxlIjpudWxsfSwiUGFyZW50U3R5bGUiOm51bGx9LCJIb3Jpem9udGFsQ29ubmVjdG9yU3R5bGUiOnsiJGlkIjoiNDAwIiwiTGluZUNvbG9yIjp7IiRyZWYiOiIxMDEifSwiTGluZVdlaWdodCI6MC44LCJMaW5lVHlwZSI6MCwiUGFyZW50U3R5bGUiOm51bGx9LCJWZXJ0aWNhbENvbm5lY3RvclN0eWxlIjp7IiRpZCI6IjQwMSIsIkxpbmVDb2xvciI6eyIkcmVmIjoiMTA0In0sIkxpbmVXZWlnaHQiOjAuMCwiTGluZVR5cGUiOjAsIlBhcmVudFN0eWxlIjpudWxsfSwiTWFyZ2luIjpudWxsLCJTdGFydERhdGVQb3NpdGlvbiI6NiwiRW5kRGF0ZVBvc2l0aW9uIjo2LCJEYXRlSXNWaXNpYmxlIjpmYWxzZSwiVGl0bGVQb3NpdGlvbiI6MywiRHVyYXRpb25Qb3NpdGlvbiI6NiwiUGVyY2VudGFnZUNvbXBsZXRlZFBvc2l0aW9uIjo2LCJTcGFjaW5nIjo1LCJJc0JlbG93VGltZWJhbmQiOnRydWUsIlBlcmNlbnRhZ2VDb21wbGV0ZVNoYXBlT3BhY2l0eSI6MzUsIlNoYXBlU3R5bGUiOnsiJGlkIjoiNDAyIiwiTWFyZ2luIjp7IiRyZWYiOiIzMzMifSwiUGFkZGluZyI6eyIkcmVmIjoiMzM0In0sIkJhY2tncm91bmQiOnsiJGlkIjoiNDAzIiwiQ29sb3IiOnsiJGlkIjoiNDA0IiwiQSI6MjU1LCJSIjo2OCwiRyI6MTE0LCJCIjoxOTZ9fSwiSXNWaXNpYmxlIjp0cnVlLCJXaWR0aCI6MzMuNzU0MDE2ODc2MjIwNywiSGVpZ2h0IjoxNC41NDA2MzAzNDA1NzYxNzIsIkJvcmRlclN0eWxlIjp7IiRpZCI6IjQwNSIsIkxpbmVDb2xvciI6eyIkcmVmIjoiMTEyIn0sIkxpbmVXZWlnaHQiOjAuMCwiTGluZVR5cGUiOjAsIlBhcmVudFN0eWxlIjpudWxsfSwiUGFyZW50U3R5bGUiOm51bGx9LCJUaXRsZVN0eWxlIjp7IiRpZCI6IjQwNiIsIkZvbnRTZXR0aW5ncyI6eyIkaWQiOiI0MDciLCJGb250U2l6ZSI6MTEsIkZvbnROYW1lIjoiQ2FsaWJyaSIsIklzQm9sZCI6dHJ1ZSwiSXNJdGFsaWMiOmZhbHNlLCJJc1VuZGVybGluZWQiOmZhbHNlLCJQYXJlbnRTdHlsZSI6bnVsbH0sIkF1dG9TaXplIjoyLCJGb3JlZ3JvdW5kIjp7IiRpZCI6IjQwOCIsIkNvbG9yIjp7IiRpZCI6IjQwOSIsIkEiOjI1NSwiUiI6MCwiRyI6MCwiQiI6MH19LCJNYXhXaWR0aCI6NDYuMCwiTWF4SGVpZ2h0IjoiSW5maW5pdHkiLCJTbWFydEZvcmVncm91bmRJc0FjdGl2ZSI6ZmFsc2UsIkhvcml6b250YWxBbGlnbm1lbnQiOjIsIlZlcnRpY2FsQWxpZ25tZW50IjowLCJTbWFydEZvcmVncm91bmQiOm51bGwsIkJhY2tncm91bmRGaWxsVHlwZSI6MCwiTWFyZ2luIjp7IiRyZWYiOiIzNDIifSwiUGFkZGluZyI6eyIkcmVmIjoiMzQzIn0sIkJhY2tncm91bmQiOnsiJHJlZiI6IjEyMCJ9LCJJc1Zpc2libGUiOnRydWUsIldpZHRoIjowLjAsIkhlaWdodCI6MC4wLCJCb3JkZXJTdHlsZSI6eyIkaWQiOiI0MTAiLCJMaW5lQ29sb3IiOm51bGwsIkxpbmVXZWlnaHQiOjAuMCwiTGluZVR5cGUiOjAsIlBhcmVudFN0eWxlIjpudWxsfSwiUGFyZW50U3R5bGUiOm51bGx9LCJEYXRlU3R5bGUiOnsiJGlkIjoiNDExIiwiRm9udFNldHRpbmdzIjp7IiRpZCI6IjQxMiIsIkZvbnRTaXplIjoxMCwiRm9udE5hbWUiOiJDYWxpYnJpIiwiSXNCb2xkIjpmYWxzZSwiSXNJdGFsaWMiOmZhbHNlLCJJc1VuZGVybGluZWQiOmZhbHNlLCJQYXJlbnRTdHlsZSI6bnVsbH0sIkF1dG9TaXplIjowLCJGb3JlZ3JvdW5kIjp7IiRpZCI6IjQxMyIsIkNvbG9yIjp7IiRpZCI6IjQxNC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M0OSJ9LCJQYWRkaW5nIjp7IiRyZWYiOiIzNTAifSwiQmFja2dyb3VuZCI6eyIkcmVmIjoiMTI3In0sIklzVmlzaWJsZSI6dHJ1ZSwiV2lkdGgiOjAuMCwiSGVpZ2h0IjowLjAsIkJvcmRlclN0eWxlIjp7IiRpZCI6IjQxNSIsIkxpbmVDb2xvciI6bnVsbCwiTGluZVdlaWdodCI6MC4wLCJMaW5lVHlwZSI6MCwiUGFyZW50U3R5bGUiOm51bGx9LCJQYXJlbnRTdHlsZSI6bnVsbH0sIkRhdGVGb3JtYXQiOnsiJHJlZiI6IjEyOCJ9LCJXZWVrTnVtYmVyaW5nIjp7IiRpZCI6IjQxNiIsIkZvcm1hdCI6MCwiSXNWaXNpYmxlIjpmYWxzZSwiTGFzdEtub3duVmlzaWJpbGl0eVN0YXRlIjpmYWxzZX0sIklzVmlzaWJsZSI6dHJ1ZSwiUGFyZW50U3R5bGUiOm51bGx9LCJJbmRleCI6MSwiU21hcnREdXJhdGlvbkFjdGl2YXRlZCI6ZmFsc2UsIkRhdGVGb3JtYXQiOnsiJHJlZiI6IjEyOCJ9LCJXZWVrTnVtYmVyaW5nIjp7IiRpZCI6IjQxNyIsIkZvcm1hdCI6MCwiSXNWaXNpYmxlIjpmYWxzZSwiTGFzdEtub3duVmlzaWJpbGl0eVN0YXRlIjpmYWxzZX0sIklkIjoiYmY1ZWMzYmItOTI4NC00MzMwLWIzN2ItOWU2OTQwMTg2YTNlIiwiSW1wb3J0SWQiOm51bGwsIlRpdGxlIjoiUHJvdG90eXBlIiwiTm90ZSI6bnVsbCwiSHlwZXJsaW5rIjp7IiRpZCI6IjQxOCIsIkFkZHJlc3MiOm51bGwsIlN1YkFkZHJlc3MiOm51bGx9LCJJc0NoYW5nZWQiOmZhbHNlLCJJc05ldyI6ZmFsc2V9fV0sIk1pbGVzdG9uZXMiOltdfSx7IiRpZCI6IjQxOSIsIklkIjoiYjQ5NDA2NmYtM2I1MS00NDM3LTkyYWQtN2U5NDViYjJlMGJiIiwiSW5kZXgiOjIsIkhlYWRlclRleHQiOiJcclxyXHJcckRldmVsb3BtZW50cyIsIlN0eWxlIjp7IiRpZCI6IjQyMCIsIkhlYWRlclN0eWxlIjp7IiRpZCI6IjQyMSIsIlRleHRTdHlsZSI6eyIkaWQiOiI0MjIiLCJGb250U2V0dGluZ3MiOnsiJGlkIjoiNDIzIiwiRm9udFNpemUiOjEyLCJGb250TmFtZSI6IkNhbGlicmkiLCJJc0JvbGQiOnRydWUsIklzSXRhbGljIjpmYWxzZSwiSXNVbmRlcmxpbmVkIjpmYWxzZSwiUGFyZW50U3R5bGUiOm51bGx9LCJBdXRvU2l6ZSI6MCwiRm9yZWdyb3VuZCI6eyIkaWQiOiI0MjQiLCJDb2xvciI6eyIkaWQiOiI0MjUiLCJBIjoyNTUsIlIiOjAsIkciOjAsIkIiOjB9fSwiTWF4V2lkdGgiOiJJbmZpbml0eSIsIk1heEhlaWdodCI6IkluZmluaXR5IiwiU21hcnRGb3JlZ3JvdW5kSXNBY3RpdmUiOmZhbHNlLCJIb3Jpem9udGFsQWxpZ25tZW50IjowLCJWZXJ0aWNhbEFsaWdubWVudCI6MCwiU21hcnRGb3JlZ3JvdW5kIjpudWxsLCJCYWNrZ3JvdW5kRmlsbFR5cGUiOjAsIk1hcmdpbiI6eyIkcmVmIjoiMjI4In0sIlBhZGRpbmciOnsiJHJlZiI6IjIyOSJ9LCJCYWNrZ3JvdW5kIjpudWxsLCJJc1Zpc2libGUiOnRydWUsIldpZHRoIjowLjAsIkhlaWdodCI6MC4wLCJCb3JkZXJTdHlsZSI6bnVsbCwiUGFyZW50U3R5bGUiOm51bGx9LCJSZWN0YW5nbGVTdHlsZSI6eyIkaWQiOiI0MjYiLCJNYXJnaW4iOnsiJHJlZiI6IjIzMSJ9LCJQYWRkaW5nIjp7IiRyZWYiOiIyMzIifSwiQmFja2dyb3VuZCI6eyIkaWQiOiI0MjciLCJDb2xvciI6eyIkaWQiOiI0MjgiLCJBIjoxMjcsIlIiOjExMiwiRyI6MTczLCJCIjo3MX19LCJJc1Zpc2libGUiOnRydWUsIldpZHRoIjowLjAsIkhlaWdodCI6MC4wLCJCb3JkZXJTdHlsZSI6eyIkaWQiOiI0MjkiLCJMaW5lQ29sb3IiOnsiJGlkIjoiNDMwIiwiJHR5cGUiOiJOTFJFLkNvbW1vbi5Eb20uU29saWRDb2xvckJydXNoLCBOTFJFLkNvbW1vbiIsIkNvbG9yIjp7IiRpZCI6IjQzMSIsIkEiOjI1NSwiUiI6MjEsIkciOjM3LCJCIjo2Nn19LCJMaW5lV2VpZ2h0IjowLjAsIkxpbmVUeXBlIjowLCJQYXJlbnRTdHlsZSI6bnVsbH0sIlBhcmVudFN0eWxlIjpudWxsfSwiTWFyZ2luIjp7IiRyZWYiOiIyMzgifSwiUGFkZGluZyI6eyIkcmVmIjoiMjM5In0sIkJhY2tncm91bmQiOm51bGwsIklzVmlzaWJsZSI6dHJ1ZSwiV2lkdGgiOjAuMCwiSGVpZ2h0IjowLjAsIkJvcmRlclN0eWxlIjpudWxsLCJQYXJlbnRTdHlsZSI6bnVsbH0sIkJhY2tncm91bmRTdHlsZSI6eyIkaWQiOiI0MzIiLCJNYXJnaW4iOnsiJHJlZiI6IjI0MSJ9LCJQYWRkaW5nIjp7IiRyZWYiOiIyNDIifSwiQmFja2dyb3VuZCI6eyIkaWQiOiI0MzMiLCJDb2xvciI6eyIkaWQiOiI0MzQiLCJBIjozOCwiUiI6MTEyLCJHIjoxNzMsIkIiOjcxfX0sIklzVmlzaWJsZSI6dHJ1ZSwiV2lkdGgiOjAuMCwiSGVpZ2h0IjowLjAsIkJvcmRlclN0eWxlIjp7IiRpZCI6IjQzNSIsIkxpbmVDb2xvciI6eyIkaWQiOiI0MzYiLCIkdHlwZSI6Ik5MUkUuQ29tbW9uLkRvbS5Tb2xpZENvbG9yQnJ1c2gsIE5MUkUuQ29tbW9uIiwiQ29sb3IiOnsiJGlkIjoiNDM3IiwiQSI6MjU1LCJSIjoyMSwiRyI6MzcsIkIiOjY2fX0sIkxpbmVXZWlnaHQiOjAuMCwiTGluZVR5cGUiOjAsIlBhcmVudFN0eWxlIjpudWxsfSwiUGFyZW50U3R5bGUiOm51bGx9LCJJc0Fib3ZlVGltZWJhbmQiOmZhbHNlLCJNYXJnaW4iOnsiJHJlZiI6IjI0OCJ9LCJQYWRkaW5nIjp7IiRyZWYiOiIyNDkifSwiSXNWaXNpYmxlIjp0cnVlLCJXaWR0aCI6MC4wLCJIZWlnaHQiOjAuMCwiQm9yZGVyU3R5bGUiOm51bGwsIlBhcmVudFN0eWxlIjpudWxsfSwiVGFza3MiOlt7IiRpZCI6IjQzOCIsIl9hdHRhY2hlZE1pbGVzdG9uZXMiOltdLCJUYXNrRGVmaW5pdGlvbiI6eyIkaWQiOiI0MzkiLCJHcm91cE5hbWUiOm51bGwsIlN0YXJ0RGF0ZSI6IjIwMjAtMDUtMTRUMTQ6MzU6MDBaIiwiRW5kRGF0ZSI6IjIwMjAtMDUtMzFUMjM6NTk6MDBaIiwiUGVyY2VudGFnZUNvbXBsZXRlIjpudWxsLCJTdHlsZSI6eyIkaWQiOiI0NDAiLCJTaGFwZSI6MywiU2hhcGVUaGlja25lc3MiOjEsIkR1cmF0aW9uRm9ybWF0IjowLCJJbmNsdWRlTm9uV29ya2luZ0RheXNJbkR1cmF0aW9uIjpmYWxzZSwiUGVyY2VudGFnZUNvbXBsZXRlU3R5bGUiOnsiJGlkIjoiNDQxIiwiRm9udFNldHRpbmdzIjp7IiRpZCI6IjQ0MiIsIkZvbnRTaXplIjoxMCwiRm9udE5hbWUiOiJDYWxpYnJpIiwiSXNCb2xkIjpmYWxzZSwiSXNJdGFsaWMiOmZhbHNlLCJJc1VuZGVybGluZWQiOmZhbHNlLCJQYXJlbnRTdHlsZSI6bnVsbH0sIkF1dG9TaXplIjowLCJGb3JlZ3JvdW5kIjp7IiRyZWYiOiI4NyJ9LCJNYXhXaWR0aCI6MjAwLjAsIk1heEhlaWdodCI6IkluZmluaXR5IiwiU21hcnRGb3JlZ3JvdW5kSXNBY3RpdmUiOmZhbHNlLCJIb3Jpem9udGFsQWxpZ25tZW50IjoxLCJWZXJ0aWNhbEFsaWdubWVudCI6MCwiU21hcnRGb3JlZ3JvdW5kIjpudWxsLCJCYWNrZ3JvdW5kRmlsbFR5cGUiOjAsIk1hcmdpbiI6eyIkcmVmIjoiMzIyIn0sIlBhZGRpbmciOnsiJHJlZiI6IjMyMyJ9LCJCYWNrZ3JvdW5kIjp7IiRyZWYiOiI5MSJ9LCJJc1Zpc2libGUiOnRydWUsIldpZHRoIjowLjAsIkhlaWdodCI6MC4wLCJCb3JkZXJTdHlsZSI6eyIkaWQiOiI0NDMiLCJMaW5lQ29sb3IiOm51bGwsIkxpbmVXZWlnaHQiOjAuMCwiTGluZVR5cGUiOjAsIlBhcmVudFN0eWxlIjpudWxsfSwiUGFyZW50U3R5bGUiOm51bGx9LCJEdXJhdGlvblN0eWxlIjp7IiRpZCI6IjQ0NCIsIkZvbnRTZXR0aW5ncyI6eyIkaWQiOiI0NDUiLCJGb250U2l6ZSI6MTAsIkZvbnROYW1lIjoiQ2FsaWJyaSIsIklzQm9sZCI6ZmFsc2UsIklzSXRhbGljIjpmYWxzZSwiSXNVbmRlcmxpbmVkIjpmYWxzZSwiUGFyZW50U3R5bGUiOm51bGx9LCJBdXRvU2l6ZSI6MCwiRm9yZWdyb3VuZCI6eyIkcmVmIjoiOTUifSwiTWF4V2lkdGgiOjIwMC4wLCJNYXhIZWlnaHQiOiJJbmZpbml0eSIsIlNtYXJ0Rm9yZWdyb3VuZElzQWN0aXZlIjpmYWxzZSwiSG9yaXpvbnRhbEFsaWdubWVudCI6MCwiVmVydGljYWxBbGlnbm1lbnQiOjAsIlNtYXJ0Rm9yZWdyb3VuZCI6bnVsbCwiQmFja2dyb3VuZEZpbGxUeXBlIjowLCJNYXJnaW4iOnsiJHJlZiI6IjMyNyJ9LCJQYWRkaW5nIjp7IiRyZWYiOiIzMjgifSwiQmFja2dyb3VuZCI6eyIkcmVmIjoiOTkifSwiSXNWaXNpYmxlIjp0cnVlLCJXaWR0aCI6MC4wLCJIZWlnaHQiOjAuMCwiQm9yZGVyU3R5bGUiOnsiJGlkIjoiNDQ2IiwiTGluZUNvbG9yIjpudWxsLCJMaW5lV2VpZ2h0IjowLjAsIkxpbmVUeXBlIjowLCJQYXJlbnRTdHlsZSI6bnVsbH0sIlBhcmVudFN0eWxlIjpudWxsfSwiSG9yaXpvbnRhbENvbm5lY3RvclN0eWxlIjp7IiRpZCI6IjQ0NyIsIkxpbmVDb2xvciI6eyIkcmVmIjoiMTAxIn0sIkxpbmVXZWlnaHQiOjAuOCwiTGluZVR5cGUiOjAsIlBhcmVudFN0eWxlIjpudWxsfSwiVmVydGljYWxDb25uZWN0b3JTdHlsZSI6eyIkaWQiOiI0NDgiLCJMaW5lQ29sb3IiOnsiJHJlZiI6IjEwNCJ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SwiSXNCZWxvd1RpbWViYW5kIjp0cnVlLCJQZXJjZW50YWdlQ29tcGxldGVTaGFwZU9wYWNpdHkiOjM1LCJTaGFwZVN0eWxlIjp7IiRpZCI6IjQ0OSIsIk1hcmdpbiI6eyIkcmVmIjoiMzMzIn0sIlBhZGRpbmciOnsiJHJlZiI6IjMzNCJ9LCJCYWNrZ3JvdW5kIjp7IiRpZCI6IjQ1MCIsIkNvbG9yIjp7IiRpZCI6IjQ1MSIsIkEiOjI1NSwiUiI6MTEyLCJHIjoxNzMsIkIiOjcxfX0sIklzVmlzaWJsZSI6dHJ1ZSwiV2lkdGgiOjEwNS4wLCJIZWlnaHQiOjE2LjAsIkJvcmRlclN0eWxlIjp7IiRpZCI6IjQ1MiIsIkxpbmVDb2xvciI6eyIkcmVmIjoiMTEyIn0sIkxpbmVXZWlnaHQiOjAuMCwiTGluZVR5cGUiOjAsIlBhcmVudFN0eWxlIjpudWxsfSwiUGFyZW50U3R5bGUiOm51bGx9LCJUaXRsZVN0eWxlIjp7IiRpZCI6IjQ1MyIsIkZvbnRTZXR0aW5ncyI6eyIkaWQiOiI0NTQiLCJGb250U2l6ZSI6MTIsIkZvbnROYW1lIjoiQ2FsaWJyaSIsIklzQm9sZCI6dHJ1ZSwiSXNJdGFsaWMiOmZhbHNlLCJJc1VuZGVybGluZWQiOmZhbHNlLCJQYXJlbnRTdHlsZSI6bnVsbH0sIkF1dG9TaXplIjoyLCJGb3JlZ3JvdW5kIjp7IiRpZCI6IjQ1NSIsIkNvbG9yIjp7IiRpZCI6IjQ1NiIsIkEiOjI1NSwiUiI6MjAwLCJHIjoyMDAsIkIiOjIwMH19LCJNYXhXaWR0aCI6NTcuMCwiTWF4SGVpZ2h0IjoiSW5maW5pdHkiLCJTbWFydEZvcmVncm91bmRJc0FjdGl2ZSI6ZmFsc2UsIkhvcml6b250YWxBbGlnbm1lbnQiOjIsIlZlcnRpY2FsQWxpZ25tZW50IjowLCJTbWFydEZvcmVncm91bmQiOm51bGwsIkJhY2tncm91bmRGaWxsVHlwZSI6MCwiTWFyZ2luIjp7IiRyZWYiOiIzNDIifSwiUGFkZGluZyI6eyIkcmVmIjoiMzQzIn0sIkJhY2tncm91bmQiOnsiJHJlZiI6IjEyMCJ9LCJJc1Zpc2libGUiOnRydWUsIldpZHRoIjowLjAsIkhlaWdodCI6MC4wLCJCb3JkZXJTdHlsZSI6eyIkaWQiOiI0NTciLCJMaW5lQ29sb3IiOm51bGwsIkxpbmVXZWlnaHQiOjAuMCwiTGluZVR5cGUiOjAsIlBhcmVudFN0eWxlIjpudWxsfSwiUGFyZW50U3R5bGUiOm51bGx9LCJEYXRlU3R5bGUiOnsiJGlkIjoiNDU4IiwiRm9udFNldHRpbmdzIjp7IiRpZCI6IjQ1OSIsIkZvbnRTaXplIjoxMCwiRm9udE5hbWUiOiJDYWxpYnJpIiwiSXNCb2xkIjpmYWxzZSwiSXNJdGFsaWMiOmZhbHNlLCJJc1VuZGVybGluZWQiOmZhbHNlLCJQYXJlbnRTdHlsZSI6bnVsbH0sIkF1dG9TaXplIjowLCJGb3JlZ3JvdW5kIjp7IiRpZCI6IjQ2MCIsIkNvbG9yIjp7IiRpZCI6IjQ2MSIsIkEiOjI1NSwiUiI6NjgsIkciOjg0LCJCIjoxMDZ9fSwiTWF4V2lkdGgiOjIwMC4wLCJNYXhIZWlnaHQiOiJJbmZpbml0eSIsIlNtYXJ0Rm9yZWdyb3VuZElzQWN0aXZlIjpmYWxzZSwiSG9yaXpvbnRhbEFsaWdubWVudCI6MCwiVmVydGljYWxBbGlnbm1lbnQiOjAsIlNtYXJ0Rm9yZWdyb3VuZCI6bnVsbCwiQmFja2dyb3VuZEZpbGxUeXBlIjowLCJNYXJnaW4iOnsiJHJlZiI6IjM0OSJ9LCJQYWRkaW5nIjp7IiRyZWYiOiIzNTAifSwiQmFja2dyb3VuZCI6eyIkcmVmIjoiMTI3In0sIklzVmlzaWJsZSI6ZmFsc2UsIldpZHRoIjowLjAsIkhlaWdodCI6MC4wLCJCb3JkZXJTdHlsZSI6eyIkaWQiOiI0NjIiLCJMaW5lQ29sb3IiOm51bGwsIkxpbmVXZWlnaHQiOjAuMCwiTGluZVR5cGUiOjAsIlBhcmVudFN0eWxlIjpudWxsfSwiUGFyZW50U3R5bGUiOm51bGx9LCJEYXRlRm9ybWF0Ijp7IiRyZWYiOiIxMjgifSwiV2Vla051bWJlcmluZyI6eyIkaWQiOiI0NjMiLCJGb3JtYXQiOjAsIklzVmlzaWJsZSI6ZmFsc2UsIkxhc3RLbm93blZpc2liaWxpdHlTdGF0ZSI6ZmFsc2V9LCJJc1Zpc2libGUiOmZhbHNlLCJQYXJlbnRTdHlsZSI6bnVsbH0sIkluZGV4IjowLCJTbWFydER1cmF0aW9uQWN0aXZhdGVkIjpmYWxzZSwiRGF0ZUZvcm1hdCI6eyIkcmVmIjoiMTI4In0sIldlZWtOdW1iZXJpbmciOnsiJGlkIjoiNDY0IiwiRm9ybWF0IjowLCJJc1Zpc2libGUiOmZhbHNlLCJMYXN0S25vd25WaXNpYmlsaXR5U3RhdGUiOmZhbHNlfSwiSWQiOiI5NjY1MTZmYi1iN2ZlLTQyZTctOGQzOC1kOTVlNDZhMTc1ODMiLCJJbXBvcnRJZCI6bnVsbCwiVGl0bGUiOiJLdWJlcm5ldGVzIiwiTm90ZSI6bnVsbCwiSHlwZXJsaW5rIjp7IiRpZCI6IjQ2NSIsIkFkZHJlc3MiOm51bGwsIlN1YkFkZHJlc3MiOm51bGx9LCJJc0NoYW5nZWQiOmZhbHNlLCJJc05ldyI6ZmFsc2V9fSx7IiRpZCI6IjQ2NiIsIl9hdHRhY2hlZE1pbGVzdG9uZXMiOltdLCJUYXNrRGVmaW5pdGlvbiI6eyIkaWQiOiI0NjciLCJHcm91cE5hbWUiOm51bGwsIlN0YXJ0RGF0ZSI6IjIwMjAtMDMtMjJUMTg6NDk6MDBaIiwiRW5kRGF0ZSI6IjIwMjAtMDUtMzFUMjA6NTQ6MDBaIiwiUGVyY2VudGFnZUNvbXBsZXRlIjo1MC4wLCJTdHlsZSI6eyIkaWQiOiI0NjgiLCJTaGFwZSI6MywiU2hhcGVUaGlja25lc3MiOjEsIkR1cmF0aW9uRm9ybWF0IjoxLCJJbmNsdWRlTm9uV29ya2luZ0RheXNJbkR1cmF0aW9uIjpmYWxzZSwiUGVyY2VudGFnZUNvbXBsZXRlU3R5bGUiOnsiJGlkIjoiNDY5IiwiRm9udFNldHRpbmdzIjp7IiRpZCI6IjQ3MCIsIkZvbnRTaXplIjoxMCwiRm9udE5hbWUiOiJDYWxpYnJpIiwiSXNCb2xkIjp0cnVlLCJJc0l0YWxpYyI6ZmFsc2UsIklzVW5kZXJsaW5lZCI6ZmFsc2UsIlBhcmVudFN0eWxlIjpudWxsfSwiQXV0b1NpemUiOjAsIkZvcmVncm91bmQiOnsiJGlkIjoiNDcxIiwiQ29sb3IiOnsiJGlkIjoiNDcyIiwiQSI6MjU1LCJSIjowLCJHIjowLCJCIjowfX0sIk1heFdpZHRoIjoyMDAuMCwiTWF4SGVpZ2h0IjoiSW5maW5pdHkiLCJTbWFydEZvcmVncm91bmRJc0FjdGl2ZSI6ZmFsc2UsIkhvcml6b250YWxBbGlnbm1lbnQiOjEsIlZlcnRpY2FsQWxpZ25tZW50IjowLCJTbWFydEZvcmVncm91bmQiOm51bGwsIkJhY2tncm91bmRGaWxsVHlwZSI6MCwiTWFyZ2luIjp7IiRyZWYiOiIzMjIifSwiUGFkZGluZyI6eyIkcmVmIjoiMzIzIn0sIkJhY2tncm91bmQiOnsiJHJlZiI6IjkxIn0sIklzVmlzaWJsZSI6dHJ1ZSwiV2lkdGgiOjAuMCwiSGVpZ2h0IjowLjAsIkJvcmRlclN0eWxlIjp7IiRpZCI6IjQ3MyIsIkxpbmVDb2xvciI6bnVsbCwiTGluZVdlaWdodCI6MC4wLCJMaW5lVHlwZSI6MCwiUGFyZW50U3R5bGUiOm51bGx9LCJQYXJlbnRTdHlsZSI6bnVsbH0sIkR1cmF0aW9uU3R5bGUiOnsiJGlkIjoiNDc0IiwiRm9udFNldHRpbmdzIjp7IiRpZCI6IjQ3NSIsIkZvbnRTaXplIjoxMCwiRm9udE5hbWUiOiJDYWxpYnJpIiwiSXNCb2xkIjpmYWxzZSwiSXNJdGFsaWMiOmZhbHNlLCJJc1VuZGVybGluZWQiOmZhbHNlLCJQYXJlbnRTdHlsZSI6bnVsbH0sIkF1dG9TaXplIjowLCJGb3JlZ3JvdW5kIjp7IiRpZCI6IjQ3NiIsIkNvbG9yIjp7IiRpZCI6IjQ3NyIsIkEiOjI1NSwiUiI6MTkyLCJHIjo4MCwiQiI6Nzd9fSwiTWF4V2lkdGgiOjIwMC4wLCJNYXhIZWlnaHQiOiJJbmZpbml0eSIsIlNtYXJ0Rm9yZWdyb3VuZElzQWN0aXZlIjpmYWxzZSwiSG9yaXpvbnRhbEFsaWdubWVudCI6MCwiVmVydGljYWxBbGlnbm1lbnQiOjAsIlNtYXJ0Rm9yZWdyb3VuZCI6bnVsbCwiQmFja2dyb3VuZEZpbGxUeXBlIjowLCJNYXJnaW4iOnsiJHJlZiI6IjMyNyJ9LCJQYWRkaW5nIjp7IiRyZWYiOiIzMjgifSwiQmFja2dyb3VuZCI6eyIkcmVmIjoiOTkifSwiSXNWaXNpYmxlIjp0cnVlLCJXaWR0aCI6MC4wLCJIZWlnaHQiOjAuMCwiQm9yZGVyU3R5bGUiOnsiJGlkIjoiNDc4IiwiTGluZUNvbG9yIjpudWxsLCJMaW5lV2VpZ2h0IjowLjAsIkxpbmVUeXBlIjowLCJQYXJlbnRTdHlsZSI6bnVsbH0sIlBhcmVudFN0eWxlIjpudWxsfSwiSG9yaXpvbnRhbENvbm5lY3RvclN0eWxlIjp7IiRpZCI6IjQ3OSIsIkxpbmVDb2xvciI6eyIkcmVmIjoiMTAxIn0sIkxpbmVXZWlnaHQiOjAuOCwiTGluZVR5cGUiOjAsIlBhcmVudFN0eWxlIjpudWxsfSwiVmVydGljYWxDb25uZWN0b3JTdHlsZSI6eyIkaWQiOiI0ODAiLCJMaW5lQ29sb3IiOnsiJHJlZiI6IjEwNCJ9LCJMaW5lV2VpZ2h0IjowLjAsIkxpbmVUeXBlIjowLCJQYXJlbnRTdHlsZSI6bnVsbH0sIk1hcmdpbiI6bnVsbCwiU3RhcnREYXRlUG9zaXRpb24iOjYsIkVuZERhdGVQb3NpdGlvbiI6NiwiRGF0ZUlzVmlzaWJsZSI6ZmFsc2UsIlRpdGxlUG9zaXRpb24iOjMsIkR1cmF0aW9uUG9zaXRpb24iOjYsIlBlcmNlbnRhZ2VDb21wbGV0ZWRQb3NpdGlvbiI6NiwiU3BhY2luZyI6NSwiSXNCZWxvd1RpbWViYW5kIjp0cnVlLCJQZXJjZW50YWdlQ29tcGxldGVTaGFwZU9wYWNpdHkiOjM1LCJTaGFwZVN0eWxlIjp7IiRpZCI6IjQ4MSIsIk1hcmdpbiI6eyIkcmVmIjoiMzMzIn0sIlBhZGRpbmciOnsiJHJlZiI6IjMzNCJ9LCJCYWNrZ3JvdW5kIjp7IiRpZCI6IjQ4MiIsIkNvbG9yIjp7IiRpZCI6IjQ4MyIsIkEiOjI1NSwiUiI6MTEyLCJHIjoxNzMsIkIiOjcxfX0sIklzVmlzaWJsZSI6dHJ1ZSwiV2lkdGgiOjEwNi4wMTExODQ2OTIzODI4MSwiSGVpZ2h0IjoxNi4wLCJCb3JkZXJTdHlsZSI6eyIkaWQiOiI0ODQiLCJMaW5lQ29sb3IiOnsiJHJlZiI6IjExMiJ9LCJMaW5lV2VpZ2h0IjowLjAsIkxpbmVUeXBlIjowLCJQYXJlbnRTdHlsZSI6bnVsbH0sIlBhcmVudFN0eWxlIjpudWxsfSwiVGl0bGVTdHlsZSI6eyIkaWQiOiI0ODUiLCJGb250U2V0dGluZ3MiOnsiJGlkIjoiNDg2IiwiRm9udFNpemUiOjExLCJGb250TmFtZSI6IkNhbGlicmkiLCJJc0JvbGQiOnRydWUsIklzSXRhbGljIjpmYWxzZSwiSXNVbmRlcmxpbmVkIjpmYWxzZSwiUGFyZW50U3R5bGUiOm51bGx9LCJBdXRvU2l6ZSI6MCwiRm9yZWdyb3VuZCI6eyIkaWQiOiI0ODciLCJDb2xvciI6eyIkaWQiOiI0ODgiLCJBIjoyNTUsIlIiOjAsIkciOjAsIkIiOjB9fSwiTWF4V2lkdGgiOjIwMC4wLCJNYXhIZWlnaHQiOiJJbmZpbml0eSIsIlNtYXJ0Rm9yZWdyb3VuZElzQWN0aXZlIjpmYWxzZSwiSG9yaXpvbnRhbEFsaWdubWVudCI6MiwiVmVydGljYWxBbGlnbm1lbnQiOjAsIlNtYXJ0Rm9yZWdyb3VuZCI6bnVsbCwiQmFja2dyb3VuZEZpbGxUeXBlIjowLCJNYXJnaW4iOnsiJHJlZiI6IjM0MiJ9LCJQYWRkaW5nIjp7IiRyZWYiOiIzNDMifSwiQmFja2dyb3VuZCI6eyIkcmVmIjoiMTIwIn0sIklzVmlzaWJsZSI6dHJ1ZSwiV2lkdGgiOjAuMCwiSGVpZ2h0IjowLjAsIkJvcmRlclN0eWxlIjp7IiRpZCI6IjQ4OSIsIkxpbmVDb2xvciI6bnVsbCwiTGluZVdlaWdodCI6MC4wLCJMaW5lVHlwZSI6MCwiUGFyZW50U3R5bGUiOm51bGx9LCJQYXJlbnRTdHlsZSI6bnVsbH0sIkRhdGVTdHlsZSI6eyIkaWQiOiI0OTAiLCJGb250U2V0dGluZ3MiOnsiJGlkIjoiNDkxIiwiRm9udFNpemUiOjEwLCJGb250TmFtZSI6IkNhbGlicmkiLCJJc0JvbGQiOmZhbHNlLCJJc0l0YWxpYyI6ZmFsc2UsIklzVW5kZXJsaW5lZCI6ZmFsc2UsIlBhcmVudFN0eWxlIjpudWxsfSwiQXV0b1NpemUiOjAsIkZvcmVncm91bmQiOnsiJGlkIjoiNDkyIiwiQ29sb3IiOnsiJGlkIjoiNDkzIiwiQSI6MjU1LCJSIjo2OCwiRyI6ODQsIkIiOjEwNn19LCJNYXhXaWR0aCI6MjAwLjAsIk1heEhlaWdodCI6IkluZmluaXR5IiwiU21hcnRGb3JlZ3JvdW5kSXNBY3RpdmUiOmZhbHNlLCJIb3Jpem9udGFsQWxpZ25tZW50IjowLCJWZXJ0aWNhbEFsaWdubWVudCI6MCwiU21hcnRGb3JlZ3JvdW5kIjpudWxsLCJCYWNrZ3JvdW5kRmlsbFR5cGUiOjAsIk1hcmdpbiI6eyIkcmVmIjoiMzQ5In0sIlBhZGRpbmciOnsiJHJlZiI6IjM1MCJ9LCJCYWNrZ3JvdW5kIjp7IiRyZWYiOiIxMjcifSwiSXNWaXNpYmxlIjpmYWxzZSwiV2lkdGgiOjAuMCwiSGVpZ2h0IjowLjAsIkJvcmRlclN0eWxlIjp7IiRpZCI6IjQ5NCIsIkxpbmVDb2xvciI6bnVsbCwiTGluZVdlaWdodCI6MC4wLCJMaW5lVHlwZSI6MCwiUGFyZW50U3R5bGUiOm51bGx9LCJQYXJlbnRTdHlsZSI6bnVsbH0sIkRhdGVGb3JtYXQiOnsiJHJlZiI6IjEyOCJ9LCJXZWVrTnVtYmVyaW5nIjp7IiRpZCI6IjQ5NSIsIkZvcm1hdCI6MCwiSXNWaXNpYmxlIjpmYWxzZSwiTGFzdEtub3duVmlzaWJpbGl0eVN0YXRlIjpmYWxzZX0sIklzVmlzaWJsZSI6dHJ1ZSwiUGFyZW50U3R5bGUiOm51bGx9LCJJbmRleCI6MCwiU21hcnREdXJhdGlvbkFjdGl2YXRlZCI6ZmFsc2UsIkRhdGVGb3JtYXQiOnsiJHJlZiI6IjEyOCJ9LCJXZWVrTnVtYmVyaW5nIjp7IiRpZCI6IjQ5NiIsIkZvcm1hdCI6MCwiSXNWaXNpYmxlIjpmYWxzZSwiTGFzdEtub3duVmlzaWJpbGl0eVN0YXRlIjpmYWxzZX0sIklkIjoiYTVjNjFhZGItNGUyMy00Y2Q2LWE2OTktOWFlOTIxNjdmNWRhIiwiSW1wb3J0SWQiOm51bGwsIlRpdGxlIjoiIiwiTm90ZSI6bnVsbCwiSHlwZXJsaW5rIjp7IiRpZCI6IjQ5NyIsIkFkZHJlc3MiOm51bGwsIlN1YkFkZHJlc3MiOm51bGx9LCJJc0NoYW5nZWQiOmZhbHNlLCJJc05ldyI6ZmFsc2V9fV0sIk1pbGVzdG9uZXMiOltdfV0sIk1zUHJvamVjdEl0ZW1zVHJlZSI6bnVsbCwiTWV0YWRhdGEiOnsiJGlkIjoiNDk4IiwiUmVjZW50Q29sb3JzQ29sbGVjdGlvbiI6IltdIiwiTXNwTGF0ZXN0SW1wb3J0SXRlbXMiOiJ7XCIkaWRcIjpcIjFcIixcIlJvb3RcIjp7XCJJbXBvcnRJZFwiOm51bGwsXCJJc0ltcG9ydGVkXCI6ZmFsc2UsXCJDaGlsZHJlblwiOltdfX0iLCJNc3BTeW5jQnlVaWQiOiJGYWxzZSIsIk1zcENvbHVtbnNNYXBwaW5nIjoiW3tcIiRpZFwiOlwiMVwiLFwiU2VsZWN0ZWRNYXBwaW5nXCI6MSxcIkNvbHVtbkhlYWRlclwiOlwiU3dpbWxhbmVcIn0se1wiJGlkXCI6XCIyXCIsXCJTZWxlY3RlZE1hcHBpbmdcIjoyLFwiQ29sdW1uSGVhZGVyXCI6XCJOYW1lXCJ9LHtcIiRpZFwiOlwiM1wiLFwiU2VsZWN0ZWRNYXBwaW5nXCI6MyxcIkNvbHVtbkhlYWRlclwiOlwiU3RhcnRcIn0se1wiJGlkXCI6XCI0XCIsXCJTZWxlY3RlZE1hcHBpbmdcIjo0LFwiQ29sdW1uSGVhZGVyXCI6XCJGaW5pc2hcIn0se1wiJGlkXCI6XCI1XCIsXCJTZWxlY3RlZE1hcHBpbmdcIjo1LFwiQ29sdW1uSGVhZGVyXCI6XCJQZXJjZW50Q29tcGxldGVcIn1dIn0sIlNldHRpbmdzIjp7IiRpZCI6IjQ5OSIsIkltcGFPcHRpb25zIjp7IiRpZCI6IjUwMCIsIkxlZnRUb1JpZ2h0IjpmYWxzZSwiUGF5bG9hZE9wdGlvbnMiOjJ9LCJVc2VDb21wcmVzc2lvbiI6ZmFsc2UsIkNvbXByZXNpb25QZXJjZW50YWdlIjowLjAsIkluYWN0aXZlSW50ZXJ2YWxXaWR0aFRocmVzaG9sZCI6MC4wLCJJbmFjdGl2ZUludGVydmFsV2lkdGgiOjAuMCwiU3BsaXRUYXNrcyI6ZmFsc2UsIlVzZUNsdXN0ZXIiOmZhbHNlLCJFcHNpbG9uIjowLjAsIk1pblBvaW50c1RvRm9ybUFDbHVzdGVyIjowLCJHZW5lcmF0ZUludmlzaWJsZVNoYXBlcyI6ZmFsc2UsIlNtYXJ0VGltZWxpbmVUYXNrUGVyY2VudGFnZUZpdCI6dHJ1ZX0sIklzTmV3IjpmYWxzZSwiSW1wb3J0VHlwZSI6MCwiRmlsZVBhdGgiOm51bGwsIlRpbWVDb25maWd1cmF0aW9uIjp7IiRpZCI6IjUwMSIsIlVzZVRpbWUiOmZhbHNlLCJXb3JrRGF5U3RhcnQiOiIwMDowMDowMCIsIldvcmtEYXlFbmQiOiIyMzo1OTowMCJ9LCJMYXN0VXNlZFRlbXBsYXRlSWQiOiJjYzI2Zjg2My0yN2NlLTQ4MGUtYTU4OS1iM2YxMmYyZDZlYjAiLCJGaXJzdFdlZWtPZlllYXIiOjB9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IMEBANDCULTUREINFO" val="en-US"/>
  <p:tag name="OTLTIMEBANDSCALEFORMAT" val="w"/>
  <p:tag name="OTLTIMEBANDSCALETYPE" val="Weeks"/>
  <p:tag name="OTLTIMEBANDSHAPETYPE" val="RectangleTimeband"/>
  <p:tag name="OTLTIMEBANDTHREEDEFFECTS" val="Gel"/>
  <p:tag name="OTLTIMEBANDAUTODATERANGE" val="True"/>
  <p:tag name="OTLTIMEBANDSTARTDATE" val="2017-01-30T23:59:00.0000000"/>
  <p:tag name="OTLTIMEBANDENDDATE" val="2020-05-31T23:59:00.0000000"/>
  <p:tag name="OTLTIMEBANDWORKINGDAYS" val="All"/>
  <p:tag name="OTLTIMEBANDELAPSEDTIMEEXTENSION" val="False"/>
  <p:tag name="OTLTIMEBANDUSETIME" val="False"/>
  <p:tag name="OTLTIMEBANDTIMECONFIGWORKDAYSTART" val="00:00:00"/>
  <p:tag name="OTLTIMEBANDTIMECONFIGWORKDAYEND" val="23:59:00"/>
  <p:tag name="OTLTIMEBANDAPPENDYEARONYEARCHANGE" val="True"/>
  <p:tag name="OTLTIMEBANDSCALEMARKING" val="None"/>
  <p:tag name="OTLRIGHTENDCAPSMARGINRIGHT" val="25"/>
  <p:tag name="OTLLEFTENDCAPSMARGINLEFT" val="25"/>
  <p:tag name="OTLTIMEBANDSHAPEPADDINGTOP" val="7"/>
  <p:tag name="OTLTIMEBANDFYSTARTMONTH" val="January"/>
  <p:tag name="OTLTIMEBANDSHOWFYLABEL" val="True"/>
  <p:tag name="OTLTIMEBANDUSESTARTINGOFTHEYEARFORFYNUMBERING" val="True"/>
  <p:tag name="OTLTIMEBANDQUICKPOSITION" val="Middle"/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06T23:59:00.0000000Z"/>
  <p:tag name="OTLDURATIONFORMAT" val="day"/>
  <p:tag name="OTLSPACING" val="5"/>
  <p:tag name="OTLSHAPETHICKNESSTYPE" val="Regular"/>
  <p:tag name="OTLWEEKNUMBERINGFORMAT" val="WNFormat1"/>
  <p:tag name="OTLWEEKNUMBERINGISVISIBLE" val="False"/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WEEKNUMBERINGFORMAT" val="WNFormat1"/>
  <p:tag name="OTLWEEKNUMBERINGISVISIBLE" val="False"/>
  <p:tag name="OTLSHAPETHICKNESSTYPE" val="Regular"/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ELAPSEDSTYLE" val="Thin"/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Feasibility Review"/>
  <p:tag name="OTLDATE" val="2020-03-11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Mid-cycle Review"/>
  <p:tag name="OTLDATE" val="2020-04-16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re-release Review"/>
  <p:tag name="OTLDATE" val="2020-05-18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TODAYPOSITION" val="Auto"/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Project Approval"/>
  <p:tag name="OTLPOSITIONONTASK" val="None"/>
  <p:tag name="OTLRELATEDTASKID" val="00000000-0000-0000-0000-000000000000"/>
  <p:tag name="OTLWEEKNUMBERINGFORMAT" val="WNFormat1"/>
  <p:tag name="OTLWEEKNUMBERINGISVISIBLE" val="False"/>
  <p:tag name="OTLDATE" val="2020-02-04T23:59:00.0000000Z"/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, yyyy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MTITLE" val="Handoff to Production"/>
  <p:tag name="OTLDATE" val="2020-05-31T23:59:00.0000000Z"/>
  <p:tag name="OTLPOSITIONONTASK" val="None"/>
  <p:tag name="OTLRELATEDTASKID" val="00000000-0000-0000-0000-000000000000"/>
  <p:tag name="OTLWEEKNUMBERINGFORMAT" val="WNFormat1"/>
  <p:tag name="OTLWEEKNUMBERINGISVISIBLE" val="False"/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SHAPETHICKNESSTYPE" val="Regular"/>
  <p:tag name="OTLWEEKNUMBERINGFORMAT" val="WNFormat1"/>
  <p:tag name="OTLWEEKNUMBERINGISVISIBLE" val="False"/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06T23:59:00.0000000Z"/>
  <p:tag name="OTLDURATIONFORMAT" val="day"/>
  <p:tag name="OTLSPACING" val="5"/>
  <p:tag name="OTLSHAPETHICKNESSTYPE" val="Regular"/>
  <p:tag name="OTLWEEKNUMBERINGFORMAT" val="WNFormat1"/>
  <p:tag name="OTLWEEKNUMBERINGISVISIBLE" val="False"/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SHAPETHICKNESSTYPE" val="Regular"/>
  <p:tag name="OTLWEEKNUMBERINGFORMAT" val="WNFormat1"/>
  <p:tag name="OTLWEEKNUMBERINGISVISIBLE" val="False"/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3-22T18:49:00.0000000Z"/>
  <p:tag name="OTLENDDATE" val="2020-05-31T20:54:00.0000000Z"/>
  <p:tag name="OTLPERCENTAGE" val="50"/>
  <p:tag name="OTLDURATIONFORMAT" val="weeks"/>
  <p:tag name="OTLSPACING" val="5"/>
  <p:tag name="OTLSHAPETHICKNESSTYPE" val="Regular"/>
  <p:tag name="OTLWEEKNUMBERINGFORMAT" val="WNFormat1"/>
  <p:tag name="OTLWEEKNUMBERINGISVISIBLE" val="False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WEEKNUMBERINGFORMAT" val="WNFormat1"/>
  <p:tag name="OTLWEEKNUMBERINGISVISIBLE" val="False"/>
  <p:tag name="OTLSHAPETHICKNESSTYPE" val="Regular"/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WEEKNUMBERINGFORMAT" val="WNFormat1"/>
  <p:tag name="OTLWEEKNUMBERINGISVISIBLE" val="False"/>
  <p:tag name="OTLSHAPETHICKNESSTYPE" val="Regular"/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SHAPETHICKNESSTYPE" val="Regular"/>
  <p:tag name="OTLWEEKNUMBERINGFORMAT" val="WNFormat1"/>
  <p:tag name="OTLWEEKNUMBERINGISVISIBLE" val="False"/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3-22T18:49:00.0000000Z"/>
  <p:tag name="OTLENDDATE" val="2020-05-31T20:54:00.0000000Z"/>
  <p:tag name="OTLPERCENTAGE" val="50"/>
  <p:tag name="OTLDURATIONFORMAT" val="weeks"/>
  <p:tag name="OTLSPACING" val="5"/>
  <p:tag name="OTLSHAPETHICKNESSTYPE" val="Regular"/>
  <p:tag name="OTLWEEKNUMBERINGFORMAT" val="WNFormat1"/>
  <p:tag name="OTLWEEKNUMBERINGISVISIBLE" val="False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DATEFORMATSTRING" val="MMM d"/>
  <p:tag name="OTLDATEFORMATSEPARATOR" val="/"/>
  <p:tag name="OTLDATEFORMATUSEUS" val="True"/>
  <p:tag name="OTLDATEFORMATDATEISVISIBLE" val="True"/>
  <p:tag name="OTLDATEFORMATTIMEISVISIBLE" val="False"/>
  <p:tag name="OTLDATEFORMATAMPMDESIGNATOR" val="AmPmLowerCase"/>
  <p:tag name="OTLDATEFORMATHOURDIGITS" val="H"/>
  <p:tag name="OTLDATEFORMATTRIM00MINUTES" val="False"/>
  <p:tag name="OTLSTARTDATE" val="2020-02-27T00:00:00.0000000Z"/>
  <p:tag name="OTLENDDATE" val="2020-03-23T23:59:00.0000000Z"/>
  <p:tag name="OTLDURATIONFORMAT" val="day"/>
  <p:tag name="OTLSPACING" val="5"/>
  <p:tag name="OTLWEEKNUMBERINGFORMAT" val="WNFormat1"/>
  <p:tag name="OTLWEEKNUMBERINGISVISIBLE" val="False"/>
  <p:tag name="OTLSHAPETHICKNESSTYPE" val="Regular"/>
  <p:tag name="OTLMARKERSHAPE" val="OTL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F5D4579C79BA848862C07EA745A59DA" ma:contentTypeVersion="12" ma:contentTypeDescription="Create a new document." ma:contentTypeScope="" ma:versionID="561b97d3cd4e430cff1b017a8df43b50">
  <xsd:schema xmlns:xsd="http://www.w3.org/2001/XMLSchema" xmlns:xs="http://www.w3.org/2001/XMLSchema" xmlns:p="http://schemas.microsoft.com/office/2006/metadata/properties" xmlns:ns3="7a019f6c-b0e0-4e4c-a8bf-0404b70041b7" xmlns:ns4="3a44955a-9611-4e11-b394-5c7f996d2a5e" targetNamespace="http://schemas.microsoft.com/office/2006/metadata/properties" ma:root="true" ma:fieldsID="f385fe62994dfd7c4b5d8e86d7939601" ns3:_="" ns4:_="">
    <xsd:import namespace="7a019f6c-b0e0-4e4c-a8bf-0404b70041b7"/>
    <xsd:import namespace="3a44955a-9611-4e11-b394-5c7f996d2a5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a019f6c-b0e0-4e4c-a8bf-0404b70041b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a44955a-9611-4e11-b394-5c7f996d2a5e" elementFormDefault="qualified">
    <xsd:import namespace="http://schemas.microsoft.com/office/2006/documentManagement/types"/>
    <xsd:import namespace="http://schemas.microsoft.com/office/infopath/2007/PartnerControls"/>
    <xsd:element name="SharedWithUsers" ma:index="13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4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5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55CF974-FFF5-49BF-A517-7EABF81AD0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a019f6c-b0e0-4e4c-a8bf-0404b70041b7"/>
    <ds:schemaRef ds:uri="3a44955a-9611-4e11-b394-5c7f996d2a5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B9505F6C-6655-4394-A390-5D0FFB49AEA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5EC8C0-5113-4EFD-AE80-6BEE7563151B}">
  <ds:schemaRefs>
    <ds:schemaRef ds:uri="http://purl.org/dc/elements/1.1/"/>
    <ds:schemaRef ds:uri="http://schemas.microsoft.com/office/2006/metadata/properties"/>
    <ds:schemaRef ds:uri="http://purl.org/dc/terms/"/>
    <ds:schemaRef ds:uri="3a44955a-9611-4e11-b394-5c7f996d2a5e"/>
    <ds:schemaRef ds:uri="http://schemas.microsoft.com/office/infopath/2007/PartnerControls"/>
    <ds:schemaRef ds:uri="http://schemas.microsoft.com/office/2006/documentManagement/types"/>
    <ds:schemaRef ds:uri="7a019f6c-b0e0-4e4c-a8bf-0404b70041b7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438</Words>
  <Application>Microsoft Office PowerPoint</Application>
  <PresentationFormat>Grand écran</PresentationFormat>
  <Paragraphs>103</Paragraphs>
  <Slides>4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Office Theme</vt:lpstr>
      <vt:lpstr>Présentation PowerPoint</vt:lpstr>
      <vt:lpstr>Présentation PowerPoint</vt:lpstr>
      <vt:lpstr>Planning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/>
  <cp:revision>1</cp:revision>
  <dcterms:created xsi:type="dcterms:W3CDTF">2014-10-29T22:17:45Z</dcterms:created>
  <dcterms:modified xsi:type="dcterms:W3CDTF">2021-01-14T11:36:13Z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0x0101009F5D4579C79BA848862C07EA745A59DA</vt:lpwstr>
  </property>
</Properties>
</file>